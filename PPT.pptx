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8"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142464-B955-48F9-9BF1-E99980C0974A}" v="48" dt="2026-10-11T11:13:21.7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C619CCC9-C04B-4407-8927-7DE24DA5E3CB}"/>
    <pc:docChg chg="undo custSel addSld modSld sldOrd">
      <pc:chgData name="Pal, Soumyendu" userId="68503d3d-ac8d-4828-9c3f-abc5a97f3674" providerId="ADAL" clId="{C619CCC9-C04B-4407-8927-7DE24DA5E3CB}" dt="2026-10-11T11:32:23.633" v="517" actId="1582"/>
      <pc:docMkLst>
        <pc:docMk/>
      </pc:docMkLst>
      <pc:sldChg chg="addSp delSp modSp mod">
        <pc:chgData name="Pal, Soumyendu" userId="68503d3d-ac8d-4828-9c3f-abc5a97f3674" providerId="ADAL" clId="{C619CCC9-C04B-4407-8927-7DE24DA5E3CB}" dt="2026-10-08T12:20:49.447" v="210" actId="1582"/>
        <pc:sldMkLst>
          <pc:docMk/>
          <pc:sldMk cId="2548940147" sldId="256"/>
        </pc:sldMkLst>
        <pc:spChg chg="mod">
          <ac:chgData name="Pal, Soumyendu" userId="68503d3d-ac8d-4828-9c3f-abc5a97f3674" providerId="ADAL" clId="{C619CCC9-C04B-4407-8927-7DE24DA5E3CB}" dt="2026-10-08T12:15:45.703" v="143" actId="2711"/>
          <ac:spMkLst>
            <pc:docMk/>
            <pc:sldMk cId="2548940147" sldId="256"/>
            <ac:spMk id="7" creationId="{CCDED7D6-34B9-F904-9809-275A17ED524E}"/>
          </ac:spMkLst>
        </pc:spChg>
        <pc:spChg chg="add mod">
          <ac:chgData name="Pal, Soumyendu" userId="68503d3d-ac8d-4828-9c3f-abc5a97f3674" providerId="ADAL" clId="{C619CCC9-C04B-4407-8927-7DE24DA5E3CB}" dt="2026-10-08T12:20:49.447" v="210" actId="1582"/>
          <ac:spMkLst>
            <pc:docMk/>
            <pc:sldMk cId="2548940147" sldId="256"/>
            <ac:spMk id="9" creationId="{93CD0734-7BE6-2B29-5C69-049200E899C4}"/>
          </ac:spMkLst>
        </pc:spChg>
        <pc:spChg chg="add mod">
          <ac:chgData name="Pal, Soumyendu" userId="68503d3d-ac8d-4828-9c3f-abc5a97f3674" providerId="ADAL" clId="{C619CCC9-C04B-4407-8927-7DE24DA5E3CB}" dt="2026-10-08T12:13:28.772" v="97" actId="1076"/>
          <ac:spMkLst>
            <pc:docMk/>
            <pc:sldMk cId="2548940147" sldId="256"/>
            <ac:spMk id="19" creationId="{0A20F338-E19D-F3CC-E5A4-DE56B98D84F7}"/>
          </ac:spMkLst>
        </pc:spChg>
        <pc:picChg chg="mod">
          <ac:chgData name="Pal, Soumyendu" userId="68503d3d-ac8d-4828-9c3f-abc5a97f3674" providerId="ADAL" clId="{C619CCC9-C04B-4407-8927-7DE24DA5E3CB}" dt="2026-10-08T12:09:42.676" v="41" actId="1076"/>
          <ac:picMkLst>
            <pc:docMk/>
            <pc:sldMk cId="2548940147" sldId="256"/>
            <ac:picMk id="5" creationId="{EF81841F-94C7-FE0F-055F-8FC6C1F5F80D}"/>
          </ac:picMkLst>
        </pc:picChg>
        <pc:picChg chg="add mod">
          <ac:chgData name="Pal, Soumyendu" userId="68503d3d-ac8d-4828-9c3f-abc5a97f3674" providerId="ADAL" clId="{C619CCC9-C04B-4407-8927-7DE24DA5E3CB}" dt="2026-10-08T12:15:07.235" v="139" actId="1076"/>
          <ac:picMkLst>
            <pc:docMk/>
            <pc:sldMk cId="2548940147" sldId="256"/>
            <ac:picMk id="13" creationId="{5F898B2A-77A3-7DA9-9D79-C07BFAAB28B3}"/>
          </ac:picMkLst>
        </pc:picChg>
        <pc:picChg chg="add mod">
          <ac:chgData name="Pal, Soumyendu" userId="68503d3d-ac8d-4828-9c3f-abc5a97f3674" providerId="ADAL" clId="{C619CCC9-C04B-4407-8927-7DE24DA5E3CB}" dt="2026-10-08T12:15:11.750" v="140" actId="1076"/>
          <ac:picMkLst>
            <pc:docMk/>
            <pc:sldMk cId="2548940147" sldId="256"/>
            <ac:picMk id="15" creationId="{2CED7586-510A-D1FC-088A-FB166C88ECDD}"/>
          </ac:picMkLst>
        </pc:picChg>
        <pc:picChg chg="add mod">
          <ac:chgData name="Pal, Soumyendu" userId="68503d3d-ac8d-4828-9c3f-abc5a97f3674" providerId="ADAL" clId="{C619CCC9-C04B-4407-8927-7DE24DA5E3CB}" dt="2026-10-08T12:15:15.331" v="141" actId="1076"/>
          <ac:picMkLst>
            <pc:docMk/>
            <pc:sldMk cId="2548940147" sldId="256"/>
            <ac:picMk id="17" creationId="{7FCDB602-8206-6A9D-2507-6ECAE79DC9F9}"/>
          </ac:picMkLst>
        </pc:picChg>
      </pc:sldChg>
      <pc:sldChg chg="addSp delSp modSp new mod">
        <pc:chgData name="Pal, Soumyendu" userId="68503d3d-ac8d-4828-9c3f-abc5a97f3674" providerId="ADAL" clId="{C619CCC9-C04B-4407-8927-7DE24DA5E3CB}" dt="2026-10-11T11:32:23.633" v="517" actId="1582"/>
        <pc:sldMkLst>
          <pc:docMk/>
          <pc:sldMk cId="4059437309" sldId="257"/>
        </pc:sldMkLst>
        <pc:spChg chg="mod">
          <ac:chgData name="Pal, Soumyendu" userId="68503d3d-ac8d-4828-9c3f-abc5a97f3674" providerId="ADAL" clId="{C619CCC9-C04B-4407-8927-7DE24DA5E3CB}" dt="2026-10-11T11:32:23.633" v="517" actId="1582"/>
          <ac:spMkLst>
            <pc:docMk/>
            <pc:sldMk cId="4059437309" sldId="257"/>
            <ac:spMk id="3" creationId="{C6CC11C4-1486-82F4-110A-633C7907B2A7}"/>
          </ac:spMkLst>
        </pc:spChg>
        <pc:spChg chg="add del mod">
          <ac:chgData name="Pal, Soumyendu" userId="68503d3d-ac8d-4828-9c3f-abc5a97f3674" providerId="ADAL" clId="{C619CCC9-C04B-4407-8927-7DE24DA5E3CB}" dt="2026-10-11T11:32:14.012" v="515" actId="1076"/>
          <ac:spMkLst>
            <pc:docMk/>
            <pc:sldMk cId="4059437309" sldId="257"/>
            <ac:spMk id="7" creationId="{48CECC74-7DF9-A1D8-8CAD-8D67679C7F63}"/>
          </ac:spMkLst>
        </pc:spChg>
        <pc:spChg chg="mod">
          <ac:chgData name="Pal, Soumyendu" userId="68503d3d-ac8d-4828-9c3f-abc5a97f3674" providerId="ADAL" clId="{C619CCC9-C04B-4407-8927-7DE24DA5E3CB}" dt="2026-10-11T11:32:12.636" v="514" actId="1076"/>
          <ac:spMkLst>
            <pc:docMk/>
            <pc:sldMk cId="4059437309" sldId="257"/>
            <ac:spMk id="9" creationId="{C3FFB148-9E17-D824-0464-E90AA813677A}"/>
          </ac:spMkLst>
        </pc:spChg>
        <pc:graphicFrameChg chg="add del">
          <ac:chgData name="Pal, Soumyendu" userId="68503d3d-ac8d-4828-9c3f-abc5a97f3674" providerId="ADAL" clId="{C619CCC9-C04B-4407-8927-7DE24DA5E3CB}" dt="2026-10-11T11:12:24.563" v="508" actId="26606"/>
          <ac:graphicFrameMkLst>
            <pc:docMk/>
            <pc:sldMk cId="4059437309" sldId="257"/>
            <ac:graphicFrameMk id="11" creationId="{B8A5C688-CBB2-C4E5-F32C-A2E2B5E662B3}"/>
          </ac:graphicFrameMkLst>
        </pc:graphicFrameChg>
        <pc:picChg chg="add">
          <ac:chgData name="Pal, Soumyendu" userId="68503d3d-ac8d-4828-9c3f-abc5a97f3674" providerId="ADAL" clId="{C619CCC9-C04B-4407-8927-7DE24DA5E3CB}" dt="2026-10-08T12:16:34.627" v="147" actId="22"/>
          <ac:picMkLst>
            <pc:docMk/>
            <pc:sldMk cId="4059437309" sldId="257"/>
            <ac:picMk id="5" creationId="{D48C8EFA-C5E0-0A15-5B95-18DF4670973F}"/>
          </ac:picMkLst>
        </pc:picChg>
      </pc:sldChg>
      <pc:sldChg chg="addSp delSp modSp add mod">
        <pc:chgData name="Pal, Soumyendu" userId="68503d3d-ac8d-4828-9c3f-abc5a97f3674" providerId="ADAL" clId="{C619CCC9-C04B-4407-8927-7DE24DA5E3CB}" dt="2026-10-08T12:46:58.311" v="456" actId="13822"/>
        <pc:sldMkLst>
          <pc:docMk/>
          <pc:sldMk cId="3938639263" sldId="258"/>
        </pc:sldMkLst>
        <pc:spChg chg="add mod">
          <ac:chgData name="Pal, Soumyendu" userId="68503d3d-ac8d-4828-9c3f-abc5a97f3674" providerId="ADAL" clId="{C619CCC9-C04B-4407-8927-7DE24DA5E3CB}" dt="2026-10-08T12:21:35.269" v="213" actId="1582"/>
          <ac:spMkLst>
            <pc:docMk/>
            <pc:sldMk cId="3938639263" sldId="258"/>
            <ac:spMk id="3" creationId="{92067D1C-06EF-7A00-6FAF-AC0DF7E54CCF}"/>
          </ac:spMkLst>
        </pc:spChg>
        <pc:spChg chg="mod">
          <ac:chgData name="Pal, Soumyendu" userId="68503d3d-ac8d-4828-9c3f-abc5a97f3674" providerId="ADAL" clId="{C619CCC9-C04B-4407-8927-7DE24DA5E3CB}" dt="2026-10-08T12:22:10.003" v="219" actId="2711"/>
          <ac:spMkLst>
            <pc:docMk/>
            <pc:sldMk cId="3938639263" sldId="258"/>
            <ac:spMk id="9" creationId="{BEAA8C27-115F-5995-CEC1-49F1B493808B}"/>
          </ac:spMkLst>
        </pc:spChg>
        <pc:picChg chg="add mod">
          <ac:chgData name="Pal, Soumyendu" userId="68503d3d-ac8d-4828-9c3f-abc5a97f3674" providerId="ADAL" clId="{C619CCC9-C04B-4407-8927-7DE24DA5E3CB}" dt="2026-10-08T12:23:32.770" v="230" actId="1076"/>
          <ac:picMkLst>
            <pc:docMk/>
            <pc:sldMk cId="3938639263" sldId="258"/>
            <ac:picMk id="15" creationId="{EA3AA346-989D-C466-C63E-AE19AA1A9605}"/>
          </ac:picMkLst>
        </pc:picChg>
        <pc:picChg chg="add mod">
          <ac:chgData name="Pal, Soumyendu" userId="68503d3d-ac8d-4828-9c3f-abc5a97f3674" providerId="ADAL" clId="{C619CCC9-C04B-4407-8927-7DE24DA5E3CB}" dt="2026-10-08T12:23:37.499" v="232" actId="1076"/>
          <ac:picMkLst>
            <pc:docMk/>
            <pc:sldMk cId="3938639263" sldId="258"/>
            <ac:picMk id="17" creationId="{FCE56C47-16C4-A03D-EB12-56A61A3DC9A5}"/>
          </ac:picMkLst>
        </pc:picChg>
        <pc:picChg chg="add mod">
          <ac:chgData name="Pal, Soumyendu" userId="68503d3d-ac8d-4828-9c3f-abc5a97f3674" providerId="ADAL" clId="{C619CCC9-C04B-4407-8927-7DE24DA5E3CB}" dt="2026-10-08T12:23:49.168" v="235" actId="14100"/>
          <ac:picMkLst>
            <pc:docMk/>
            <pc:sldMk cId="3938639263" sldId="258"/>
            <ac:picMk id="19" creationId="{6C482766-1E57-A7AD-BDDF-94960AC27609}"/>
          </ac:picMkLst>
        </pc:picChg>
        <pc:cxnChg chg="add mod">
          <ac:chgData name="Pal, Soumyendu" userId="68503d3d-ac8d-4828-9c3f-abc5a97f3674" providerId="ADAL" clId="{C619CCC9-C04B-4407-8927-7DE24DA5E3CB}" dt="2026-10-08T12:46:58.311" v="456" actId="13822"/>
          <ac:cxnSpMkLst>
            <pc:docMk/>
            <pc:sldMk cId="3938639263" sldId="258"/>
            <ac:cxnSpMk id="6" creationId="{38E5F3D5-0107-5D4D-D8E5-5966B4023B02}"/>
          </ac:cxnSpMkLst>
        </pc:cxnChg>
        <pc:cxnChg chg="add mod">
          <ac:chgData name="Pal, Soumyendu" userId="68503d3d-ac8d-4828-9c3f-abc5a97f3674" providerId="ADAL" clId="{C619CCC9-C04B-4407-8927-7DE24DA5E3CB}" dt="2026-10-08T12:46:54.118" v="455" actId="13822"/>
          <ac:cxnSpMkLst>
            <pc:docMk/>
            <pc:sldMk cId="3938639263" sldId="258"/>
            <ac:cxnSpMk id="8" creationId="{0D9A7E68-AC07-932B-75A8-1D549709DDF7}"/>
          </ac:cxnSpMkLst>
        </pc:cxnChg>
        <pc:cxnChg chg="add mod">
          <ac:chgData name="Pal, Soumyendu" userId="68503d3d-ac8d-4828-9c3f-abc5a97f3674" providerId="ADAL" clId="{C619CCC9-C04B-4407-8927-7DE24DA5E3CB}" dt="2026-10-08T12:19:44.932" v="202" actId="1076"/>
          <ac:cxnSpMkLst>
            <pc:docMk/>
            <pc:sldMk cId="3938639263" sldId="258"/>
            <ac:cxnSpMk id="10" creationId="{6E0896D6-5937-E71D-13EE-E3CE825CB357}"/>
          </ac:cxnSpMkLst>
        </pc:cxnChg>
        <pc:cxnChg chg="add mod">
          <ac:chgData name="Pal, Soumyendu" userId="68503d3d-ac8d-4828-9c3f-abc5a97f3674" providerId="ADAL" clId="{C619CCC9-C04B-4407-8927-7DE24DA5E3CB}" dt="2026-10-08T12:19:46.458" v="203" actId="1076"/>
          <ac:cxnSpMkLst>
            <pc:docMk/>
            <pc:sldMk cId="3938639263" sldId="258"/>
            <ac:cxnSpMk id="11" creationId="{CE619995-5BDD-05DF-363E-DEB3C286992D}"/>
          </ac:cxnSpMkLst>
        </pc:cxnChg>
        <pc:cxnChg chg="add mod">
          <ac:chgData name="Pal, Soumyendu" userId="68503d3d-ac8d-4828-9c3f-abc5a97f3674" providerId="ADAL" clId="{C619CCC9-C04B-4407-8927-7DE24DA5E3CB}" dt="2026-10-08T12:19:47.953" v="204" actId="1076"/>
          <ac:cxnSpMkLst>
            <pc:docMk/>
            <pc:sldMk cId="3938639263" sldId="258"/>
            <ac:cxnSpMk id="12" creationId="{3B904710-3A9B-9138-71C3-CA564A77CB34}"/>
          </ac:cxnSpMkLst>
        </pc:cxnChg>
        <pc:cxnChg chg="add mod">
          <ac:chgData name="Pal, Soumyendu" userId="68503d3d-ac8d-4828-9c3f-abc5a97f3674" providerId="ADAL" clId="{C619CCC9-C04B-4407-8927-7DE24DA5E3CB}" dt="2026-10-08T12:19:50.618" v="205" actId="1076"/>
          <ac:cxnSpMkLst>
            <pc:docMk/>
            <pc:sldMk cId="3938639263" sldId="258"/>
            <ac:cxnSpMk id="13" creationId="{BC383416-3B2C-6FC0-7B3E-0CE85E59EF0F}"/>
          </ac:cxnSpMkLst>
        </pc:cxnChg>
      </pc:sldChg>
      <pc:sldChg chg="addSp delSp modSp new mod">
        <pc:chgData name="Pal, Soumyendu" userId="68503d3d-ac8d-4828-9c3f-abc5a97f3674" providerId="ADAL" clId="{C619CCC9-C04B-4407-8927-7DE24DA5E3CB}" dt="2026-10-08T12:23:02.981" v="228" actId="1582"/>
        <pc:sldMkLst>
          <pc:docMk/>
          <pc:sldMk cId="694444667" sldId="259"/>
        </pc:sldMkLst>
        <pc:spChg chg="mod">
          <ac:chgData name="Pal, Soumyendu" userId="68503d3d-ac8d-4828-9c3f-abc5a97f3674" providerId="ADAL" clId="{C619CCC9-C04B-4407-8927-7DE24DA5E3CB}" dt="2026-10-08T12:22:32.950" v="221" actId="113"/>
          <ac:spMkLst>
            <pc:docMk/>
            <pc:sldMk cId="694444667" sldId="259"/>
            <ac:spMk id="6" creationId="{373CEC6F-4337-0632-F823-B67EA7934739}"/>
          </ac:spMkLst>
        </pc:spChg>
        <pc:spChg chg="add mod">
          <ac:chgData name="Pal, Soumyendu" userId="68503d3d-ac8d-4828-9c3f-abc5a97f3674" providerId="ADAL" clId="{C619CCC9-C04B-4407-8927-7DE24DA5E3CB}" dt="2026-10-08T12:23:02.981" v="228" actId="1582"/>
          <ac:spMkLst>
            <pc:docMk/>
            <pc:sldMk cId="694444667" sldId="259"/>
            <ac:spMk id="8" creationId="{32144A7A-FB8C-8A63-B77E-E8E2E673766A}"/>
          </ac:spMkLst>
        </pc:spChg>
        <pc:picChg chg="add">
          <ac:chgData name="Pal, Soumyendu" userId="68503d3d-ac8d-4828-9c3f-abc5a97f3674" providerId="ADAL" clId="{C619CCC9-C04B-4407-8927-7DE24DA5E3CB}" dt="2026-10-08T12:20:26.439" v="209" actId="22"/>
          <ac:picMkLst>
            <pc:docMk/>
            <pc:sldMk cId="694444667" sldId="259"/>
            <ac:picMk id="4" creationId="{AD2BE99D-4E87-8D34-D5A0-D19641F6216E}"/>
          </ac:picMkLst>
        </pc:picChg>
      </pc:sldChg>
      <pc:sldChg chg="addSp delSp modSp new mod">
        <pc:chgData name="Pal, Soumyendu" userId="68503d3d-ac8d-4828-9c3f-abc5a97f3674" providerId="ADAL" clId="{C619CCC9-C04B-4407-8927-7DE24DA5E3CB}" dt="2026-10-08T12:52:00.279" v="493" actId="20577"/>
        <pc:sldMkLst>
          <pc:docMk/>
          <pc:sldMk cId="1221459103" sldId="260"/>
        </pc:sldMkLst>
        <pc:spChg chg="mod">
          <ac:chgData name="Pal, Soumyendu" userId="68503d3d-ac8d-4828-9c3f-abc5a97f3674" providerId="ADAL" clId="{C619CCC9-C04B-4407-8927-7DE24DA5E3CB}" dt="2026-10-08T12:27:48.937" v="260" actId="1076"/>
          <ac:spMkLst>
            <pc:docMk/>
            <pc:sldMk cId="1221459103" sldId="260"/>
            <ac:spMk id="5" creationId="{5D971242-3B86-87A9-F33B-C9D526CC71A6}"/>
          </ac:spMkLst>
        </pc:spChg>
        <pc:spChg chg="add mod">
          <ac:chgData name="Pal, Soumyendu" userId="68503d3d-ac8d-4828-9c3f-abc5a97f3674" providerId="ADAL" clId="{C619CCC9-C04B-4407-8927-7DE24DA5E3CB}" dt="2026-10-08T12:52:00.279" v="493" actId="20577"/>
          <ac:spMkLst>
            <pc:docMk/>
            <pc:sldMk cId="1221459103" sldId="260"/>
            <ac:spMk id="7" creationId="{F978A07C-A2EF-11FD-E4AE-7C7CA03D6891}"/>
          </ac:spMkLst>
        </pc:spChg>
        <pc:spChg chg="mod">
          <ac:chgData name="Pal, Soumyendu" userId="68503d3d-ac8d-4828-9c3f-abc5a97f3674" providerId="ADAL" clId="{C619CCC9-C04B-4407-8927-7DE24DA5E3CB}" dt="2026-10-08T12:31:43.132" v="302" actId="404"/>
          <ac:spMkLst>
            <pc:docMk/>
            <pc:sldMk cId="1221459103" sldId="260"/>
            <ac:spMk id="11" creationId="{586E0AB1-24BF-B37C-DD17-BE90CA8A4698}"/>
          </ac:spMkLst>
        </pc:spChg>
        <pc:picChg chg="add">
          <ac:chgData name="Pal, Soumyendu" userId="68503d3d-ac8d-4828-9c3f-abc5a97f3674" providerId="ADAL" clId="{C619CCC9-C04B-4407-8927-7DE24DA5E3CB}" dt="2026-10-08T12:27:01.663" v="250" actId="22"/>
          <ac:picMkLst>
            <pc:docMk/>
            <pc:sldMk cId="1221459103" sldId="260"/>
            <ac:picMk id="9" creationId="{7B358585-9BAA-0682-8516-1211E59CC29F}"/>
          </ac:picMkLst>
        </pc:picChg>
      </pc:sldChg>
      <pc:sldChg chg="addSp modSp new mod">
        <pc:chgData name="Pal, Soumyendu" userId="68503d3d-ac8d-4828-9c3f-abc5a97f3674" providerId="ADAL" clId="{C619CCC9-C04B-4407-8927-7DE24DA5E3CB}" dt="2026-10-08T12:46:37.682" v="454" actId="20577"/>
        <pc:sldMkLst>
          <pc:docMk/>
          <pc:sldMk cId="2842270579" sldId="261"/>
        </pc:sldMkLst>
        <pc:spChg chg="mod">
          <ac:chgData name="Pal, Soumyendu" userId="68503d3d-ac8d-4828-9c3f-abc5a97f3674" providerId="ADAL" clId="{C619CCC9-C04B-4407-8927-7DE24DA5E3CB}" dt="2026-10-08T12:29:01.622" v="286" actId="113"/>
          <ac:spMkLst>
            <pc:docMk/>
            <pc:sldMk cId="2842270579" sldId="261"/>
            <ac:spMk id="3" creationId="{A62FC7E1-CB55-6AC3-7CB1-A825768F585A}"/>
          </ac:spMkLst>
        </pc:spChg>
        <pc:spChg chg="add mod">
          <ac:chgData name="Pal, Soumyendu" userId="68503d3d-ac8d-4828-9c3f-abc5a97f3674" providerId="ADAL" clId="{C619CCC9-C04B-4407-8927-7DE24DA5E3CB}" dt="2026-10-08T12:46:37.682" v="454" actId="20577"/>
          <ac:spMkLst>
            <pc:docMk/>
            <pc:sldMk cId="2842270579" sldId="261"/>
            <ac:spMk id="5" creationId="{E1053BD0-149C-9DC8-53E4-ACD7217B14EA}"/>
          </ac:spMkLst>
        </pc:spChg>
        <pc:picChg chg="add">
          <ac:chgData name="Pal, Soumyendu" userId="68503d3d-ac8d-4828-9c3f-abc5a97f3674" providerId="ADAL" clId="{C619CCC9-C04B-4407-8927-7DE24DA5E3CB}" dt="2026-10-08T12:29:57.438" v="288" actId="22"/>
          <ac:picMkLst>
            <pc:docMk/>
            <pc:sldMk cId="2842270579" sldId="261"/>
            <ac:picMk id="7" creationId="{F1B7AEDC-F073-0704-79AB-63FFAC8FBDFE}"/>
          </ac:picMkLst>
        </pc:picChg>
      </pc:sldChg>
      <pc:sldChg chg="addSp modSp new mod">
        <pc:chgData name="Pal, Soumyendu" userId="68503d3d-ac8d-4828-9c3f-abc5a97f3674" providerId="ADAL" clId="{C619CCC9-C04B-4407-8927-7DE24DA5E3CB}" dt="2026-10-08T12:31:30.559" v="301" actId="2711"/>
        <pc:sldMkLst>
          <pc:docMk/>
          <pc:sldMk cId="2232703813" sldId="262"/>
        </pc:sldMkLst>
        <pc:spChg chg="mod">
          <ac:chgData name="Pal, Soumyendu" userId="68503d3d-ac8d-4828-9c3f-abc5a97f3674" providerId="ADAL" clId="{C619CCC9-C04B-4407-8927-7DE24DA5E3CB}" dt="2026-10-08T12:31:22.066" v="300" actId="2711"/>
          <ac:spMkLst>
            <pc:docMk/>
            <pc:sldMk cId="2232703813" sldId="262"/>
            <ac:spMk id="5" creationId="{4046A41A-E98A-D67A-301C-ED2A71993D51}"/>
          </ac:spMkLst>
        </pc:spChg>
        <pc:spChg chg="add mod">
          <ac:chgData name="Pal, Soumyendu" userId="68503d3d-ac8d-4828-9c3f-abc5a97f3674" providerId="ADAL" clId="{C619CCC9-C04B-4407-8927-7DE24DA5E3CB}" dt="2026-10-08T12:31:30.559" v="301" actId="2711"/>
          <ac:spMkLst>
            <pc:docMk/>
            <pc:sldMk cId="2232703813" sldId="262"/>
            <ac:spMk id="7" creationId="{1EADE8C4-D55A-5C3E-2EB5-A044EECEF31E}"/>
          </ac:spMkLst>
        </pc:spChg>
        <pc:picChg chg="add">
          <ac:chgData name="Pal, Soumyendu" userId="68503d3d-ac8d-4828-9c3f-abc5a97f3674" providerId="ADAL" clId="{C619CCC9-C04B-4407-8927-7DE24DA5E3CB}" dt="2026-10-08T12:29:59.987" v="289" actId="22"/>
          <ac:picMkLst>
            <pc:docMk/>
            <pc:sldMk cId="2232703813" sldId="262"/>
            <ac:picMk id="3" creationId="{7DDC3B7A-8A33-F4BF-374C-514B09CA6722}"/>
          </ac:picMkLst>
        </pc:picChg>
      </pc:sldChg>
      <pc:sldChg chg="modSp add mod">
        <pc:chgData name="Pal, Soumyendu" userId="68503d3d-ac8d-4828-9c3f-abc5a97f3674" providerId="ADAL" clId="{C619CCC9-C04B-4407-8927-7DE24DA5E3CB}" dt="2026-10-08T12:32:13.957" v="309"/>
        <pc:sldMkLst>
          <pc:docMk/>
          <pc:sldMk cId="3988120848" sldId="263"/>
        </pc:sldMkLst>
        <pc:spChg chg="mod">
          <ac:chgData name="Pal, Soumyendu" userId="68503d3d-ac8d-4828-9c3f-abc5a97f3674" providerId="ADAL" clId="{C619CCC9-C04B-4407-8927-7DE24DA5E3CB}" dt="2026-10-08T12:32:05.939" v="307"/>
          <ac:spMkLst>
            <pc:docMk/>
            <pc:sldMk cId="3988120848" sldId="263"/>
            <ac:spMk id="5" creationId="{4755535A-BB00-B69F-BEDB-7E12DCE663E9}"/>
          </ac:spMkLst>
        </pc:spChg>
        <pc:spChg chg="mod">
          <ac:chgData name="Pal, Soumyendu" userId="68503d3d-ac8d-4828-9c3f-abc5a97f3674" providerId="ADAL" clId="{C619CCC9-C04B-4407-8927-7DE24DA5E3CB}" dt="2026-10-08T12:32:13.957" v="309"/>
          <ac:spMkLst>
            <pc:docMk/>
            <pc:sldMk cId="3988120848" sldId="263"/>
            <ac:spMk id="7" creationId="{F711E16E-2F0C-F46F-4491-96BBE39C6270}"/>
          </ac:spMkLst>
        </pc:spChg>
      </pc:sldChg>
      <pc:sldChg chg="modSp add mod">
        <pc:chgData name="Pal, Soumyendu" userId="68503d3d-ac8d-4828-9c3f-abc5a97f3674" providerId="ADAL" clId="{C619CCC9-C04B-4407-8927-7DE24DA5E3CB}" dt="2026-10-08T12:51:31.181" v="489" actId="12"/>
        <pc:sldMkLst>
          <pc:docMk/>
          <pc:sldMk cId="3969437076" sldId="264"/>
        </pc:sldMkLst>
        <pc:spChg chg="mod">
          <ac:chgData name="Pal, Soumyendu" userId="68503d3d-ac8d-4828-9c3f-abc5a97f3674" providerId="ADAL" clId="{C619CCC9-C04B-4407-8927-7DE24DA5E3CB}" dt="2026-10-08T12:33:39.706" v="331" actId="20577"/>
          <ac:spMkLst>
            <pc:docMk/>
            <pc:sldMk cId="3969437076" sldId="264"/>
            <ac:spMk id="5" creationId="{B933EEA2-0026-0FF3-8941-04DC759BE7A8}"/>
          </ac:spMkLst>
        </pc:spChg>
        <pc:spChg chg="mod">
          <ac:chgData name="Pal, Soumyendu" userId="68503d3d-ac8d-4828-9c3f-abc5a97f3674" providerId="ADAL" clId="{C619CCC9-C04B-4407-8927-7DE24DA5E3CB}" dt="2026-10-08T12:51:31.181" v="489" actId="12"/>
          <ac:spMkLst>
            <pc:docMk/>
            <pc:sldMk cId="3969437076" sldId="264"/>
            <ac:spMk id="7" creationId="{BE1B8E54-6DEF-CA11-9E7F-E9F511968797}"/>
          </ac:spMkLst>
        </pc:spChg>
      </pc:sldChg>
      <pc:sldChg chg="addSp modSp new mod ord">
        <pc:chgData name="Pal, Soumyendu" userId="68503d3d-ac8d-4828-9c3f-abc5a97f3674" providerId="ADAL" clId="{C619CCC9-C04B-4407-8927-7DE24DA5E3CB}" dt="2026-10-08T12:39:25.032" v="350" actId="2711"/>
        <pc:sldMkLst>
          <pc:docMk/>
          <pc:sldMk cId="3024783893" sldId="265"/>
        </pc:sldMkLst>
        <pc:spChg chg="mod">
          <ac:chgData name="Pal, Soumyendu" userId="68503d3d-ac8d-4828-9c3f-abc5a97f3674" providerId="ADAL" clId="{C619CCC9-C04B-4407-8927-7DE24DA5E3CB}" dt="2026-10-08T12:39:08.211" v="348" actId="113"/>
          <ac:spMkLst>
            <pc:docMk/>
            <pc:sldMk cId="3024783893" sldId="265"/>
            <ac:spMk id="5" creationId="{6ADAAFAD-72E3-6E18-FDF0-0586F0CC9C5B}"/>
          </ac:spMkLst>
        </pc:spChg>
        <pc:spChg chg="add mod">
          <ac:chgData name="Pal, Soumyendu" userId="68503d3d-ac8d-4828-9c3f-abc5a97f3674" providerId="ADAL" clId="{C619CCC9-C04B-4407-8927-7DE24DA5E3CB}" dt="2026-10-08T12:39:25.032" v="350" actId="2711"/>
          <ac:spMkLst>
            <pc:docMk/>
            <pc:sldMk cId="3024783893" sldId="265"/>
            <ac:spMk id="7" creationId="{749D327F-5E21-E3E4-A13A-2CD90D42BE16}"/>
          </ac:spMkLst>
        </pc:spChg>
        <pc:picChg chg="add">
          <ac:chgData name="Pal, Soumyendu" userId="68503d3d-ac8d-4828-9c3f-abc5a97f3674" providerId="ADAL" clId="{C619CCC9-C04B-4407-8927-7DE24DA5E3CB}" dt="2026-10-08T12:35:32.641" v="333" actId="22"/>
          <ac:picMkLst>
            <pc:docMk/>
            <pc:sldMk cId="3024783893" sldId="265"/>
            <ac:picMk id="3" creationId="{34503C74-4D2D-8F89-1706-BED0C4C3B3FC}"/>
          </ac:picMkLst>
        </pc:picChg>
      </pc:sldChg>
      <pc:sldChg chg="modSp add mod">
        <pc:chgData name="Pal, Soumyendu" userId="68503d3d-ac8d-4828-9c3f-abc5a97f3674" providerId="ADAL" clId="{C619CCC9-C04B-4407-8927-7DE24DA5E3CB}" dt="2026-10-08T12:40:57.913" v="378" actId="1076"/>
        <pc:sldMkLst>
          <pc:docMk/>
          <pc:sldMk cId="1097702150" sldId="266"/>
        </pc:sldMkLst>
        <pc:spChg chg="mod">
          <ac:chgData name="Pal, Soumyendu" userId="68503d3d-ac8d-4828-9c3f-abc5a97f3674" providerId="ADAL" clId="{C619CCC9-C04B-4407-8927-7DE24DA5E3CB}" dt="2026-10-08T12:40:57.913" v="378" actId="1076"/>
          <ac:spMkLst>
            <pc:docMk/>
            <pc:sldMk cId="1097702150" sldId="266"/>
            <ac:spMk id="5" creationId="{8CD6166D-9B23-3078-2A2B-5971ABF1BE46}"/>
          </ac:spMkLst>
        </pc:spChg>
        <pc:spChg chg="mod">
          <ac:chgData name="Pal, Soumyendu" userId="68503d3d-ac8d-4828-9c3f-abc5a97f3674" providerId="ADAL" clId="{C619CCC9-C04B-4407-8927-7DE24DA5E3CB}" dt="2026-10-08T12:40:51.228" v="373" actId="403"/>
          <ac:spMkLst>
            <pc:docMk/>
            <pc:sldMk cId="1097702150" sldId="266"/>
            <ac:spMk id="7" creationId="{70F93FF0-6E08-2675-A13A-90A0B52B871C}"/>
          </ac:spMkLst>
        </pc:spChg>
      </pc:sldChg>
      <pc:sldChg chg="addSp modSp new mod">
        <pc:chgData name="Pal, Soumyendu" userId="68503d3d-ac8d-4828-9c3f-abc5a97f3674" providerId="ADAL" clId="{C619CCC9-C04B-4407-8927-7DE24DA5E3CB}" dt="2026-10-08T12:48:55.504" v="463" actId="2711"/>
        <pc:sldMkLst>
          <pc:docMk/>
          <pc:sldMk cId="860876922" sldId="267"/>
        </pc:sldMkLst>
        <pc:spChg chg="mod">
          <ac:chgData name="Pal, Soumyendu" userId="68503d3d-ac8d-4828-9c3f-abc5a97f3674" providerId="ADAL" clId="{C619CCC9-C04B-4407-8927-7DE24DA5E3CB}" dt="2026-10-08T12:41:57.735" v="387" actId="1076"/>
          <ac:spMkLst>
            <pc:docMk/>
            <pc:sldMk cId="860876922" sldId="267"/>
            <ac:spMk id="3" creationId="{C5F3AD32-1F89-CDC0-A435-E55CE324069C}"/>
          </ac:spMkLst>
        </pc:spChg>
        <pc:spChg chg="mod">
          <ac:chgData name="Pal, Soumyendu" userId="68503d3d-ac8d-4828-9c3f-abc5a97f3674" providerId="ADAL" clId="{C619CCC9-C04B-4407-8927-7DE24DA5E3CB}" dt="2026-10-08T12:42:39.713" v="397" actId="1582"/>
          <ac:spMkLst>
            <pc:docMk/>
            <pc:sldMk cId="860876922" sldId="267"/>
            <ac:spMk id="5" creationId="{CF29C7BA-3935-269B-EED8-3F7B8F456EEC}"/>
          </ac:spMkLst>
        </pc:spChg>
        <pc:spChg chg="mod">
          <ac:chgData name="Pal, Soumyendu" userId="68503d3d-ac8d-4828-9c3f-abc5a97f3674" providerId="ADAL" clId="{C619CCC9-C04B-4407-8927-7DE24DA5E3CB}" dt="2026-10-08T12:48:55.504" v="463" actId="2711"/>
          <ac:spMkLst>
            <pc:docMk/>
            <pc:sldMk cId="860876922" sldId="267"/>
            <ac:spMk id="7" creationId="{72067343-67B5-66D5-1D09-5DC01F526FCA}"/>
          </ac:spMkLst>
        </pc:spChg>
        <pc:picChg chg="add">
          <ac:chgData name="Pal, Soumyendu" userId="68503d3d-ac8d-4828-9c3f-abc5a97f3674" providerId="ADAL" clId="{C619CCC9-C04B-4407-8927-7DE24DA5E3CB}" dt="2026-10-08T12:42:52.130" v="400" actId="22"/>
          <ac:picMkLst>
            <pc:docMk/>
            <pc:sldMk cId="860876922" sldId="267"/>
            <ac:picMk id="9" creationId="{9309C0CA-B8D7-1D19-9518-227F12B0079C}"/>
          </ac:picMkLst>
        </pc:picChg>
      </pc:sldChg>
      <pc:sldChg chg="addSp delSp modSp new mod">
        <pc:chgData name="Pal, Soumyendu" userId="68503d3d-ac8d-4828-9c3f-abc5a97f3674" providerId="ADAL" clId="{C619CCC9-C04B-4407-8927-7DE24DA5E3CB}" dt="2026-10-08T12:51:15.626" v="483" actId="22"/>
        <pc:sldMkLst>
          <pc:docMk/>
          <pc:sldMk cId="335694046" sldId="268"/>
        </pc:sldMkLst>
        <pc:spChg chg="mod">
          <ac:chgData name="Pal, Soumyendu" userId="68503d3d-ac8d-4828-9c3f-abc5a97f3674" providerId="ADAL" clId="{C619CCC9-C04B-4407-8927-7DE24DA5E3CB}" dt="2026-10-08T12:50:08.133" v="470" actId="113"/>
          <ac:spMkLst>
            <pc:docMk/>
            <pc:sldMk cId="335694046" sldId="268"/>
            <ac:spMk id="3" creationId="{935D3529-FC29-99FE-124C-159B51DCEBA6}"/>
          </ac:spMkLst>
        </pc:spChg>
        <pc:spChg chg="mod">
          <ac:chgData name="Pal, Soumyendu" userId="68503d3d-ac8d-4828-9c3f-abc5a97f3674" providerId="ADAL" clId="{C619CCC9-C04B-4407-8927-7DE24DA5E3CB}" dt="2026-10-08T12:50:47.535" v="481" actId="1582"/>
          <ac:spMkLst>
            <pc:docMk/>
            <pc:sldMk cId="335694046" sldId="268"/>
            <ac:spMk id="5" creationId="{84E2E0E3-E502-8DC7-D7D9-8DB2546D437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51641-AF1A-9B2E-BADD-9EE34525A3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FE742F-38D6-6F00-045E-E8F7341B07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A6FA08-261E-6803-36E9-F47CC58B0FF4}"/>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70FDB557-98B5-C680-CCC4-728728F4E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723096-AA6D-C745-30B4-79EAD29C7938}"/>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224857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70C34-A73F-5E80-F93C-3963B80A1B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ACC12D-2F23-E027-46BE-34A7E97669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1CB39-EF7D-EC67-832E-E5F8FD9DD25B}"/>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24AC9DA2-B968-A708-93DC-8811A74D5E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D644B5-F473-8489-1CAB-14DDAE826DEB}"/>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1849817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FF9C-E64B-4249-ECB8-13BA8C9D5A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5DE03D-0BC2-F50D-C2FB-7658BA2206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42E1C-68A9-AF38-CAAA-BC1950564729}"/>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614F1D4D-F4EB-9C59-FDAB-A62772C26A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3B6FC8-6691-DC31-014F-F59EB8999D12}"/>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154597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B96C-B50F-B56B-6472-6F05115E04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AE018F-B72D-B694-2F91-2F01B0D164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12B7C4-6649-2191-C58C-4EDE29CE97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8C3AC7-1F91-47B7-EF0F-A362648F23EB}"/>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6" name="Footer Placeholder 5">
            <a:extLst>
              <a:ext uri="{FF2B5EF4-FFF2-40B4-BE49-F238E27FC236}">
                <a16:creationId xmlns:a16="http://schemas.microsoft.com/office/drawing/2014/main" id="{B9858115-5A80-1FB5-05F0-B64FF23228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EA3B0-F5DD-8FC3-F325-A0763E1F9E8D}"/>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854291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0EBC-5C11-2A6D-DAA1-3BE13733DE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724505-75D7-242B-90B2-4F047C3D3C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323A7F-F1ED-C8C6-2FCB-898D9C23CF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D6222C-3BA8-7F2D-CF8C-2C74D48ABB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3572C3-C7A4-7833-A985-905E7E1FEC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122EAD-3844-4AC6-0FA8-FF95EA15A42C}"/>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8" name="Footer Placeholder 7">
            <a:extLst>
              <a:ext uri="{FF2B5EF4-FFF2-40B4-BE49-F238E27FC236}">
                <a16:creationId xmlns:a16="http://schemas.microsoft.com/office/drawing/2014/main" id="{F95082CE-E83A-77C5-AAFC-D6DEE7201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D8AE1D-3445-A356-55D0-B381A8DEED66}"/>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4166310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0C3D9-371D-F2CA-DBD7-0A212998BC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3DAAB8-D506-BD29-EE66-1DF7874E88A9}"/>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4" name="Footer Placeholder 3">
            <a:extLst>
              <a:ext uri="{FF2B5EF4-FFF2-40B4-BE49-F238E27FC236}">
                <a16:creationId xmlns:a16="http://schemas.microsoft.com/office/drawing/2014/main" id="{C6041E81-E346-1F7B-9CA7-17C69E5C98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60A431-8D15-D5ED-49E8-F45181A38A61}"/>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222772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DE4F3-1D6C-2785-EAD1-19E5D0846A98}"/>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3" name="Footer Placeholder 2">
            <a:extLst>
              <a:ext uri="{FF2B5EF4-FFF2-40B4-BE49-F238E27FC236}">
                <a16:creationId xmlns:a16="http://schemas.microsoft.com/office/drawing/2014/main" id="{859AA78A-B4B1-7490-AF16-CAE9206458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44FE9F-DDBC-30D2-E343-D382EF0863E8}"/>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143677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E6BB-BBA1-D8E7-F56C-1DC3ADD999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B8B4C8-C56F-6EE5-3D71-E39AB87EA3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4F854D-FCF0-5E70-DE3E-54B77A2A5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17BDD-22C1-A295-CD71-570F5BE9EE85}"/>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6" name="Footer Placeholder 5">
            <a:extLst>
              <a:ext uri="{FF2B5EF4-FFF2-40B4-BE49-F238E27FC236}">
                <a16:creationId xmlns:a16="http://schemas.microsoft.com/office/drawing/2014/main" id="{0D527D10-C93A-B998-B02D-7509E94384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F2BE7C-8BF3-5848-1F72-9D1F3F13374F}"/>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3361836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6EFA-40BE-B604-AD70-07E92BE097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9B2F3B-55EF-1300-8219-CA63473AC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F913B8-2EA9-C4BF-F4C0-8CABD2120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85067-B5A2-0A1B-0943-34A65E547BA1}"/>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6" name="Footer Placeholder 5">
            <a:extLst>
              <a:ext uri="{FF2B5EF4-FFF2-40B4-BE49-F238E27FC236}">
                <a16:creationId xmlns:a16="http://schemas.microsoft.com/office/drawing/2014/main" id="{2ABEE70A-12E0-A3D0-2064-B3BF90EFBD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A56060-35A5-F026-E921-87F04537BC17}"/>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182426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83C2-61DC-F1D3-B50A-CA4CA01F4B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30370F-019E-75F0-2497-D59EC59EB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35E87C-3089-02E1-C03D-57C15A545FDC}"/>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06E08973-F262-3DFA-B93C-BDCE70157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41EA56-A078-81FF-D230-2860936F59A0}"/>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3759231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C108DB-5DEF-D90D-A4F9-CB373761D5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57CD12-9B94-C1EB-DC3C-8995F18890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86992D-21D7-0A7B-00D2-A2FF0B9FB988}"/>
              </a:ext>
            </a:extLst>
          </p:cNvPr>
          <p:cNvSpPr>
            <a:spLocks noGrp="1"/>
          </p:cNvSpPr>
          <p:nvPr>
            <p:ph type="dt" sz="half" idx="10"/>
          </p:nvPr>
        </p:nvSpPr>
        <p:spPr/>
        <p:txBody>
          <a:body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55BA79CA-0BFA-4D55-F577-211A6F8567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2C88FA-9C61-4DAB-3C7D-4052237AC88E}"/>
              </a:ext>
            </a:extLst>
          </p:cNvPr>
          <p:cNvSpPr>
            <a:spLocks noGrp="1"/>
          </p:cNvSpPr>
          <p:nvPr>
            <p:ph type="sldNum" sz="quarter" idx="12"/>
          </p:nvPr>
        </p:nvSpPr>
        <p:spPr/>
        <p:txBody>
          <a:bodyPr/>
          <a:lstStyle/>
          <a:p>
            <a:fld id="{FF0A4533-2065-43AE-8EEC-08743F7B789C}" type="slidenum">
              <a:rPr lang="en-IN" smtClean="0"/>
              <a:t>‹#›</a:t>
            </a:fld>
            <a:endParaRPr lang="en-IN"/>
          </a:p>
        </p:txBody>
      </p:sp>
    </p:spTree>
    <p:extLst>
      <p:ext uri="{BB962C8B-B14F-4D97-AF65-F5344CB8AC3E}">
        <p14:creationId xmlns:p14="http://schemas.microsoft.com/office/powerpoint/2010/main" val="1535163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3291B-13AC-832C-3380-6AEB92E890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F54736-35EC-6437-BAB8-95F3C8E0BF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439277-4F45-8053-B0D0-3F5AFDE28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D6995A-57EE-4C53-BF64-492F31C06E59}" type="datetimeFigureOut">
              <a:rPr lang="en-IN" smtClean="0"/>
              <a:t>11-10-2026</a:t>
            </a:fld>
            <a:endParaRPr lang="en-IN"/>
          </a:p>
        </p:txBody>
      </p:sp>
      <p:sp>
        <p:nvSpPr>
          <p:cNvPr id="5" name="Footer Placeholder 4">
            <a:extLst>
              <a:ext uri="{FF2B5EF4-FFF2-40B4-BE49-F238E27FC236}">
                <a16:creationId xmlns:a16="http://schemas.microsoft.com/office/drawing/2014/main" id="{7308024D-E379-F0BE-615B-AE29414F4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4A48B5-62E8-55AB-2DC7-1FC09FE93B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0A4533-2065-43AE-8EEC-08743F7B789C}" type="slidenum">
              <a:rPr lang="en-IN" smtClean="0"/>
              <a:t>‹#›</a:t>
            </a:fld>
            <a:endParaRPr lang="en-IN"/>
          </a:p>
        </p:txBody>
      </p:sp>
    </p:spTree>
    <p:extLst>
      <p:ext uri="{BB962C8B-B14F-4D97-AF65-F5344CB8AC3E}">
        <p14:creationId xmlns:p14="http://schemas.microsoft.com/office/powerpoint/2010/main" val="572655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81841F-94C7-FE0F-055F-8FC6C1F5F8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7" name="TextBox 6">
            <a:extLst>
              <a:ext uri="{FF2B5EF4-FFF2-40B4-BE49-F238E27FC236}">
                <a16:creationId xmlns:a16="http://schemas.microsoft.com/office/drawing/2014/main" id="{CCDED7D6-34B9-F904-9809-275A17ED524E}"/>
              </a:ext>
            </a:extLst>
          </p:cNvPr>
          <p:cNvSpPr txBox="1"/>
          <p:nvPr/>
        </p:nvSpPr>
        <p:spPr>
          <a:xfrm>
            <a:off x="609598" y="200568"/>
            <a:ext cx="9799358" cy="1569660"/>
          </a:xfrm>
          <a:prstGeom prst="rect">
            <a:avLst/>
          </a:prstGeom>
          <a:noFill/>
        </p:spPr>
        <p:txBody>
          <a:bodyPr wrap="square">
            <a:spAutoFit/>
          </a:bodyPr>
          <a:lstStyle/>
          <a:p>
            <a:pPr algn="ctr" fontAlgn="t">
              <a:lnSpc>
                <a:spcPct val="100000"/>
              </a:lnSpc>
              <a:buNone/>
            </a:pPr>
            <a:r>
              <a:rPr lang="en-IN" sz="2400" b="1" i="0" dirty="0">
                <a:effectLst/>
                <a:latin typeface="Arial" panose="020B0604020202020204" pitchFamily="34" charset="0"/>
                <a:cs typeface="Arial" panose="020B0604020202020204" pitchFamily="34" charset="0"/>
              </a:rPr>
              <a:t>Windows Server Self-Healing Framework</a:t>
            </a:r>
            <a:r>
              <a:rPr lang="en-IN" sz="2400" b="0" i="0" dirty="0">
                <a:effectLst/>
                <a:latin typeface="Arial" panose="020B0604020202020204" pitchFamily="34" charset="0"/>
                <a:cs typeface="Arial" panose="020B0604020202020204" pitchFamily="34" charset="0"/>
              </a:rPr>
              <a:t> </a:t>
            </a:r>
          </a:p>
          <a:p>
            <a:pPr algn="ctr" fontAlgn="t">
              <a:lnSpc>
                <a:spcPct val="100000"/>
              </a:lnSpc>
              <a:buNone/>
            </a:pPr>
            <a:endParaRPr lang="en-IN" sz="2400" b="0" i="0" dirty="0">
              <a:effectLst/>
              <a:latin typeface="+mn-lt"/>
            </a:endParaRPr>
          </a:p>
          <a:p>
            <a:pPr algn="ctr" fontAlgn="t">
              <a:lnSpc>
                <a:spcPct val="100000"/>
              </a:lnSpc>
              <a:buNone/>
            </a:pPr>
            <a:r>
              <a:rPr lang="en-IN" sz="2400" b="0" i="0" dirty="0">
                <a:effectLst/>
                <a:latin typeface="Arial" panose="020B0604020202020204" pitchFamily="34" charset="0"/>
                <a:cs typeface="Arial" panose="020B0604020202020204" pitchFamily="34" charset="0"/>
              </a:rPr>
              <a:t>Using AWS, Ansible AWX and Automated Recovery</a:t>
            </a:r>
          </a:p>
          <a:p>
            <a:pPr algn="ctr" fontAlgn="t">
              <a:lnSpc>
                <a:spcPct val="100000"/>
              </a:lnSpc>
              <a:buNone/>
            </a:pPr>
            <a:r>
              <a:rPr lang="en-US" sz="2400" dirty="0">
                <a:latin typeface="Arial" panose="020B0604020202020204" pitchFamily="34" charset="0"/>
                <a:cs typeface="Arial" panose="020B0604020202020204" pitchFamily="34" charset="0"/>
              </a:rPr>
              <a:t>Unreachable Server → Automated Recovery → Health Validation</a:t>
            </a:r>
            <a:endParaRPr lang="en-IN" sz="2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3CD0734-7BE6-2B29-5C69-049200E899C4}"/>
              </a:ext>
            </a:extLst>
          </p:cNvPr>
          <p:cNvSpPr txBox="1"/>
          <p:nvPr/>
        </p:nvSpPr>
        <p:spPr>
          <a:xfrm>
            <a:off x="751112" y="2301516"/>
            <a:ext cx="9263744" cy="3539430"/>
          </a:xfrm>
          <a:prstGeom prst="rect">
            <a:avLst/>
          </a:prstGeom>
          <a:noFill/>
          <a:ln w="19050">
            <a:solidFill>
              <a:schemeClr val="tx1"/>
            </a:solidFill>
          </a:ln>
        </p:spPr>
        <p:txBody>
          <a:bodyPr wrap="square">
            <a:spAutoFit/>
          </a:bodyPr>
          <a:lstStyle/>
          <a:p>
            <a:pPr algn="ctr">
              <a:buNone/>
            </a:pPr>
            <a:r>
              <a:rPr lang="en-IN" sz="2000" dirty="0">
                <a:latin typeface="Arial" panose="020B0604020202020204" pitchFamily="34" charset="0"/>
                <a:cs typeface="Arial" panose="020B0604020202020204" pitchFamily="34" charset="0"/>
              </a:rPr>
              <a:t>Windows Server</a:t>
            </a:r>
          </a:p>
          <a:p>
            <a:pPr algn="ctr">
              <a:buNone/>
            </a:pPr>
            <a:r>
              <a:rPr lang="en-IN" sz="2000" dirty="0">
                <a:latin typeface="Arial" panose="020B0604020202020204" pitchFamily="34" charset="0"/>
                <a:cs typeface="Arial" panose="020B0604020202020204" pitchFamily="34" charset="0"/>
              </a:rPr>
              <a:t>      ↓</a:t>
            </a:r>
          </a:p>
          <a:p>
            <a:pPr algn="ctr">
              <a:buNone/>
            </a:pPr>
            <a:r>
              <a:rPr lang="en-IN" sz="2000" dirty="0">
                <a:latin typeface="Arial" panose="020B0604020202020204" pitchFamily="34" charset="0"/>
                <a:cs typeface="Arial" panose="020B0604020202020204" pitchFamily="34" charset="0"/>
              </a:rPr>
              <a:t>Health Check</a:t>
            </a:r>
          </a:p>
          <a:p>
            <a:pPr algn="ctr">
              <a:buNone/>
            </a:pPr>
            <a:r>
              <a:rPr lang="en-IN" sz="24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a:p>
            <a:pPr algn="ctr">
              <a:buNone/>
            </a:pPr>
            <a:r>
              <a:rPr lang="en-IN" sz="2000" dirty="0">
                <a:latin typeface="Arial" panose="020B0604020202020204" pitchFamily="34" charset="0"/>
                <a:cs typeface="Arial" panose="020B0604020202020204" pitchFamily="34" charset="0"/>
              </a:rPr>
              <a:t>AWX Workflow</a:t>
            </a:r>
          </a:p>
          <a:p>
            <a:pPr algn="ctr">
              <a:buNone/>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   ↓</a:t>
            </a:r>
          </a:p>
          <a:p>
            <a:pPr algn="ctr">
              <a:buNone/>
            </a:pPr>
            <a:r>
              <a:rPr lang="en-IN" sz="2000" dirty="0">
                <a:latin typeface="Arial" panose="020B0604020202020204" pitchFamily="34" charset="0"/>
                <a:cs typeface="Arial" panose="020B0604020202020204" pitchFamily="34" charset="0"/>
              </a:rPr>
              <a:t>IAM Role</a:t>
            </a:r>
          </a:p>
          <a:p>
            <a:pPr algn="ct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 ↓</a:t>
            </a:r>
          </a:p>
          <a:p>
            <a:pPr algn="ctr">
              <a:buNone/>
            </a:pPr>
            <a:r>
              <a:rPr lang="en-IN" sz="2000" dirty="0">
                <a:latin typeface="Arial" panose="020B0604020202020204" pitchFamily="34" charset="0"/>
                <a:cs typeface="Arial" panose="020B0604020202020204" pitchFamily="34" charset="0"/>
              </a:rPr>
              <a:t>Automated Recovery</a:t>
            </a:r>
          </a:p>
          <a:p>
            <a:pPr algn="ctr">
              <a:buNone/>
            </a:pP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a:t>
            </a:r>
          </a:p>
          <a:p>
            <a:pPr algn="ctr">
              <a:buNone/>
            </a:pPr>
            <a:r>
              <a:rPr lang="en-IN" sz="2000" dirty="0">
                <a:latin typeface="Arial" panose="020B0604020202020204" pitchFamily="34" charset="0"/>
                <a:cs typeface="Arial" panose="020B0604020202020204" pitchFamily="34" charset="0"/>
              </a:rPr>
              <a:t>Validation</a:t>
            </a:r>
          </a:p>
        </p:txBody>
      </p:sp>
      <p:pic>
        <p:nvPicPr>
          <p:cNvPr id="13" name="Picture 12">
            <a:extLst>
              <a:ext uri="{FF2B5EF4-FFF2-40B4-BE49-F238E27FC236}">
                <a16:creationId xmlns:a16="http://schemas.microsoft.com/office/drawing/2014/main" id="{5F898B2A-77A3-7DA9-9D79-C07BFAAB2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6480" y="2301516"/>
            <a:ext cx="2281845" cy="434744"/>
          </a:xfrm>
          <a:prstGeom prst="rect">
            <a:avLst/>
          </a:prstGeom>
        </p:spPr>
      </p:pic>
      <p:pic>
        <p:nvPicPr>
          <p:cNvPr id="15" name="Graphic 14">
            <a:extLst>
              <a:ext uri="{FF2B5EF4-FFF2-40B4-BE49-F238E27FC236}">
                <a16:creationId xmlns:a16="http://schemas.microsoft.com/office/drawing/2014/main" id="{2CED7586-510A-D1FC-088A-FB166C88EC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5271" y="3403696"/>
            <a:ext cx="1872343" cy="718045"/>
          </a:xfrm>
          <a:prstGeom prst="rect">
            <a:avLst/>
          </a:prstGeom>
        </p:spPr>
      </p:pic>
      <p:pic>
        <p:nvPicPr>
          <p:cNvPr id="17" name="Picture 16">
            <a:extLst>
              <a:ext uri="{FF2B5EF4-FFF2-40B4-BE49-F238E27FC236}">
                <a16:creationId xmlns:a16="http://schemas.microsoft.com/office/drawing/2014/main" id="{7FCDB602-8206-6A9D-2507-6ECAE79DC9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56960" y="4789177"/>
            <a:ext cx="1380654" cy="450114"/>
          </a:xfrm>
          <a:prstGeom prst="rect">
            <a:avLst/>
          </a:prstGeom>
        </p:spPr>
      </p:pic>
      <p:sp>
        <p:nvSpPr>
          <p:cNvPr id="19" name="TextBox 18">
            <a:extLst>
              <a:ext uri="{FF2B5EF4-FFF2-40B4-BE49-F238E27FC236}">
                <a16:creationId xmlns:a16="http://schemas.microsoft.com/office/drawing/2014/main" id="{0A20F338-E19D-F3CC-E5A4-DE56B98D84F7}"/>
              </a:ext>
            </a:extLst>
          </p:cNvPr>
          <p:cNvSpPr txBox="1"/>
          <p:nvPr/>
        </p:nvSpPr>
        <p:spPr>
          <a:xfrm>
            <a:off x="4038600" y="2308935"/>
            <a:ext cx="478971" cy="369332"/>
          </a:xfrm>
          <a:prstGeom prst="rect">
            <a:avLst/>
          </a:prstGeom>
          <a:noFill/>
        </p:spPr>
        <p:txBody>
          <a:bodyPr wrap="square">
            <a:spAutoFit/>
          </a:bodyPr>
          <a:lstStyle/>
          <a:p>
            <a:r>
              <a:rPr lang="en-IN" dirty="0"/>
              <a:t>🔴</a:t>
            </a:r>
          </a:p>
        </p:txBody>
      </p:sp>
    </p:spTree>
    <p:extLst>
      <p:ext uri="{BB962C8B-B14F-4D97-AF65-F5344CB8AC3E}">
        <p14:creationId xmlns:p14="http://schemas.microsoft.com/office/powerpoint/2010/main" val="2548940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8C8EFA-C5E0-0A15-5B95-18DF46709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7" name="TextBox 6">
            <a:extLst>
              <a:ext uri="{FF2B5EF4-FFF2-40B4-BE49-F238E27FC236}">
                <a16:creationId xmlns:a16="http://schemas.microsoft.com/office/drawing/2014/main" id="{48CECC74-7DF9-A1D8-8CAD-8D67679C7F63}"/>
              </a:ext>
            </a:extLst>
          </p:cNvPr>
          <p:cNvSpPr txBox="1"/>
          <p:nvPr/>
        </p:nvSpPr>
        <p:spPr>
          <a:xfrm>
            <a:off x="3048000" y="826869"/>
            <a:ext cx="6096000" cy="3139321"/>
          </a:xfrm>
          <a:prstGeom prst="rect">
            <a:avLst/>
          </a:prstGeom>
          <a:noFill/>
          <a:ln w="19050">
            <a:solidFill>
              <a:schemeClr val="tx1"/>
            </a:solidFill>
          </a:ln>
        </p:spPr>
        <p:txBody>
          <a:bodyPr wrap="square">
            <a:spAutoFit/>
          </a:bodyPr>
          <a:lstStyle/>
          <a:p>
            <a:pPr algn="ctr" fontAlgn="t">
              <a:lnSpc>
                <a:spcPct val="100000"/>
              </a:lnSpc>
              <a:buNone/>
            </a:pPr>
            <a:r>
              <a:rPr lang="en-IN" sz="1800" b="1" i="0" dirty="0">
                <a:effectLst/>
                <a:latin typeface="Arial" panose="020B0604020202020204" pitchFamily="34" charset="0"/>
                <a:cs typeface="Arial" panose="020B0604020202020204" pitchFamily="34" charset="0"/>
              </a:rPr>
              <a:t>🚨 Alert Received</a:t>
            </a:r>
          </a:p>
          <a:p>
            <a:pPr algn="ctr" fontAlgn="t">
              <a:lnSpc>
                <a:spcPct val="100000"/>
              </a:lnSpc>
              <a:buNone/>
            </a:pPr>
            <a:r>
              <a:rPr lang="en-IN" sz="1800" b="1" i="0" dirty="0">
                <a:effectLst/>
                <a:latin typeface="Arial" panose="020B0604020202020204" pitchFamily="34" charset="0"/>
                <a:cs typeface="Arial" panose="020B0604020202020204" pitchFamily="34" charset="0"/>
              </a:rPr>
              <a:t>↓</a:t>
            </a:r>
          </a:p>
          <a:p>
            <a:pPr algn="ctr" fontAlgn="t"/>
            <a:r>
              <a:rPr lang="en-IN" dirty="0">
                <a:latin typeface="Arial" panose="020B0604020202020204" pitchFamily="34" charset="0"/>
                <a:cs typeface="Arial" panose="020B0604020202020204" pitchFamily="34" charset="0"/>
              </a:rPr>
              <a:t>😴  </a:t>
            </a:r>
            <a:r>
              <a:rPr lang="en-IN" sz="1800" b="1" i="0" dirty="0">
                <a:effectLst/>
                <a:latin typeface="Arial" panose="020B0604020202020204" pitchFamily="34" charset="0"/>
                <a:cs typeface="Arial" panose="020B0604020202020204" pitchFamily="34" charset="0"/>
              </a:rPr>
              <a:t>Engineer Wake Up</a:t>
            </a:r>
          </a:p>
          <a:p>
            <a:pPr algn="ctr" fontAlgn="t">
              <a:lnSpc>
                <a:spcPct val="100000"/>
              </a:lnSpc>
              <a:buNone/>
            </a:pPr>
            <a:r>
              <a:rPr lang="en-IN" sz="1800" b="1" i="0" dirty="0">
                <a:effectLst/>
                <a:latin typeface="Arial" panose="020B0604020202020204" pitchFamily="34" charset="0"/>
                <a:cs typeface="Arial" panose="020B0604020202020204" pitchFamily="34" charset="0"/>
              </a:rPr>
              <a:t>↓</a:t>
            </a:r>
          </a:p>
          <a:p>
            <a:pPr algn="ctr" fontAlgn="t"/>
            <a:r>
              <a:rPr lang="en-IN" dirty="0">
                <a:latin typeface="Arial" panose="020B0604020202020204" pitchFamily="34" charset="0"/>
                <a:cs typeface="Arial" panose="020B0604020202020204" pitchFamily="34" charset="0"/>
              </a:rPr>
              <a:t>💻</a:t>
            </a:r>
            <a:r>
              <a:rPr lang="en-IN" sz="1800" b="1" i="0" dirty="0">
                <a:effectLst/>
                <a:latin typeface="Arial" panose="020B0604020202020204" pitchFamily="34" charset="0"/>
                <a:cs typeface="Arial" panose="020B0604020202020204" pitchFamily="34" charset="0"/>
              </a:rPr>
              <a:t>Login AWS</a:t>
            </a:r>
          </a:p>
          <a:p>
            <a:pPr algn="ctr" fontAlgn="t">
              <a:lnSpc>
                <a:spcPct val="100000"/>
              </a:lnSpc>
              <a:buNone/>
            </a:pPr>
            <a:r>
              <a:rPr lang="en-IN" sz="1800" b="1" i="0" dirty="0">
                <a:effectLst/>
                <a:latin typeface="Arial" panose="020B0604020202020204" pitchFamily="34" charset="0"/>
                <a:cs typeface="Arial" panose="020B0604020202020204" pitchFamily="34" charset="0"/>
              </a:rPr>
              <a:t>↓</a:t>
            </a:r>
          </a:p>
          <a:p>
            <a:pPr algn="ctr" fontAlgn="t">
              <a:lnSpc>
                <a:spcPct val="100000"/>
              </a:lnSpc>
              <a:buNone/>
            </a:pPr>
            <a:r>
              <a:rPr lang="en-IN" sz="1800" b="1" i="0" dirty="0">
                <a:effectLst/>
                <a:latin typeface="Arial" panose="020B0604020202020204" pitchFamily="34" charset="0"/>
                <a:cs typeface="Arial" panose="020B0604020202020204" pitchFamily="34" charset="0"/>
              </a:rPr>
              <a:t>Investigate Server</a:t>
            </a:r>
          </a:p>
          <a:p>
            <a:pPr algn="ctr" fontAlgn="t">
              <a:lnSpc>
                <a:spcPct val="100000"/>
              </a:lnSpc>
              <a:buNone/>
            </a:pPr>
            <a:r>
              <a:rPr lang="en-IN" sz="1800" b="1" i="0" dirty="0">
                <a:effectLst/>
                <a:latin typeface="Arial" panose="020B0604020202020204" pitchFamily="34" charset="0"/>
                <a:cs typeface="Arial" panose="020B0604020202020204" pitchFamily="34" charset="0"/>
              </a:rPr>
              <a:t>↓</a:t>
            </a:r>
          </a:p>
          <a:p>
            <a:pPr algn="ctr" fontAlgn="t"/>
            <a:r>
              <a:rPr lang="en-IN" dirty="0">
                <a:latin typeface="Arial" panose="020B0604020202020204" pitchFamily="34" charset="0"/>
                <a:cs typeface="Arial" panose="020B0604020202020204" pitchFamily="34" charset="0"/>
              </a:rPr>
              <a:t>🔄</a:t>
            </a:r>
            <a:r>
              <a:rPr lang="en-IN" sz="1800" b="1" i="0" dirty="0">
                <a:effectLst/>
                <a:latin typeface="Arial" panose="020B0604020202020204" pitchFamily="34" charset="0"/>
                <a:cs typeface="Arial" panose="020B0604020202020204" pitchFamily="34" charset="0"/>
              </a:rPr>
              <a:t>Recover Server</a:t>
            </a:r>
          </a:p>
          <a:p>
            <a:pPr algn="ctr" fontAlgn="t">
              <a:lnSpc>
                <a:spcPct val="100000"/>
              </a:lnSpc>
              <a:buNone/>
            </a:pPr>
            <a:r>
              <a:rPr lang="en-IN" sz="1800" b="1" i="0" dirty="0">
                <a:effectLst/>
                <a:latin typeface="Arial" panose="020B0604020202020204" pitchFamily="34" charset="0"/>
                <a:cs typeface="Arial" panose="020B0604020202020204" pitchFamily="34" charset="0"/>
              </a:rPr>
              <a:t>↓</a:t>
            </a:r>
          </a:p>
          <a:p>
            <a:pPr algn="ctr" fontAlgn="t"/>
            <a:r>
              <a:rPr lang="en-IN" b="1" dirty="0">
                <a:latin typeface="Arial" panose="020B0604020202020204" pitchFamily="34" charset="0"/>
                <a:cs typeface="Arial" panose="020B0604020202020204" pitchFamily="34" charset="0"/>
              </a:rPr>
              <a:t>✅</a:t>
            </a:r>
            <a:r>
              <a:rPr lang="en-IN" sz="1800" b="1" i="0" dirty="0">
                <a:effectLst/>
                <a:latin typeface="Arial" panose="020B0604020202020204" pitchFamily="34" charset="0"/>
                <a:cs typeface="Arial" panose="020B0604020202020204" pitchFamily="34" charset="0"/>
              </a:rPr>
              <a:t>Validate Service</a:t>
            </a:r>
          </a:p>
        </p:txBody>
      </p:sp>
      <p:sp>
        <p:nvSpPr>
          <p:cNvPr id="9" name="TextBox 8">
            <a:extLst>
              <a:ext uri="{FF2B5EF4-FFF2-40B4-BE49-F238E27FC236}">
                <a16:creationId xmlns:a16="http://schemas.microsoft.com/office/drawing/2014/main" id="{C3FFB148-9E17-D824-0464-E90AA813677A}"/>
              </a:ext>
            </a:extLst>
          </p:cNvPr>
          <p:cNvSpPr txBox="1"/>
          <p:nvPr/>
        </p:nvSpPr>
        <p:spPr>
          <a:xfrm>
            <a:off x="3135087" y="303590"/>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The 2AM Problem</a:t>
            </a:r>
          </a:p>
        </p:txBody>
      </p:sp>
      <p:sp>
        <p:nvSpPr>
          <p:cNvPr id="3" name="TextBox 2">
            <a:extLst>
              <a:ext uri="{FF2B5EF4-FFF2-40B4-BE49-F238E27FC236}">
                <a16:creationId xmlns:a16="http://schemas.microsoft.com/office/drawing/2014/main" id="{C6CC11C4-1486-82F4-110A-633C7907B2A7}"/>
              </a:ext>
            </a:extLst>
          </p:cNvPr>
          <p:cNvSpPr txBox="1"/>
          <p:nvPr/>
        </p:nvSpPr>
        <p:spPr>
          <a:xfrm>
            <a:off x="1480456" y="4564280"/>
            <a:ext cx="9873343" cy="1754326"/>
          </a:xfrm>
          <a:prstGeom prst="rect">
            <a:avLst/>
          </a:prstGeom>
          <a:noFill/>
          <a:ln w="19050">
            <a:solidFill>
              <a:schemeClr val="tx1"/>
            </a:solidFill>
          </a:ln>
        </p:spPr>
        <p:txBody>
          <a:bodyPr wrap="square">
            <a:spAutoFit/>
          </a:bodyPr>
          <a:lstStyle/>
          <a:p>
            <a:pPr fontAlgn="t">
              <a:lnSpc>
                <a:spcPct val="100000"/>
              </a:lnSpc>
              <a:buNone/>
            </a:pPr>
            <a:r>
              <a:rPr lang="en-IN" dirty="0">
                <a:latin typeface="Arial" panose="020B0604020202020204" pitchFamily="34" charset="0"/>
                <a:cs typeface="Arial" panose="020B0604020202020204" pitchFamily="34" charset="0"/>
              </a:rPr>
              <a:t>Now, it's easy to talk about automation. The real question is whether it actually works when things go wrong. So instead of showing slides or screenshots, we're going to put this solution to the test. We'll intentionally take down a real Windows server in AWS and watch the entire recovery process unfold. No RDP sessions. No manual intervention. No administrator logging in to fix the problem. Everything will be handled by AWX and automation. If the design works, the server comes back online on its own. Let's see what happens</a:t>
            </a:r>
          </a:p>
        </p:txBody>
      </p:sp>
    </p:spTree>
    <p:extLst>
      <p:ext uri="{BB962C8B-B14F-4D97-AF65-F5344CB8AC3E}">
        <p14:creationId xmlns:p14="http://schemas.microsoft.com/office/powerpoint/2010/main" val="405943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39A4C-C62F-CCBA-8A61-C47103BEDA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D9F61B-DB40-3A3C-1A90-2630F75428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9" name="TextBox 8">
            <a:extLst>
              <a:ext uri="{FF2B5EF4-FFF2-40B4-BE49-F238E27FC236}">
                <a16:creationId xmlns:a16="http://schemas.microsoft.com/office/drawing/2014/main" id="{BEAA8C27-115F-5995-CEC1-49F1B493808B}"/>
              </a:ext>
            </a:extLst>
          </p:cNvPr>
          <p:cNvSpPr txBox="1"/>
          <p:nvPr/>
        </p:nvSpPr>
        <p:spPr>
          <a:xfrm>
            <a:off x="2884715" y="456772"/>
            <a:ext cx="6096000" cy="400110"/>
          </a:xfrm>
          <a:prstGeom prst="rect">
            <a:avLst/>
          </a:prstGeom>
          <a:noFill/>
        </p:spPr>
        <p:txBody>
          <a:bodyPr wrap="square">
            <a:spAutoFit/>
          </a:bodyPr>
          <a:lstStyle/>
          <a:p>
            <a:pPr algn="ctr" fontAlgn="t">
              <a:lnSpc>
                <a:spcPct val="100000"/>
              </a:lnSpc>
              <a:buNone/>
            </a:pPr>
            <a:r>
              <a:rPr lang="en-IN" sz="2000" b="1" dirty="0">
                <a:latin typeface="Arial" panose="020B0604020202020204" pitchFamily="34" charset="0"/>
                <a:cs typeface="Arial" panose="020B0604020202020204" pitchFamily="34" charset="0"/>
              </a:rPr>
              <a:t>Solution Architecture</a:t>
            </a:r>
          </a:p>
        </p:txBody>
      </p:sp>
      <p:sp>
        <p:nvSpPr>
          <p:cNvPr id="3" name="TextBox 2">
            <a:extLst>
              <a:ext uri="{FF2B5EF4-FFF2-40B4-BE49-F238E27FC236}">
                <a16:creationId xmlns:a16="http://schemas.microsoft.com/office/drawing/2014/main" id="{92067D1C-06EF-7A00-6FAF-AC0DF7E54CCF}"/>
              </a:ext>
            </a:extLst>
          </p:cNvPr>
          <p:cNvSpPr txBox="1"/>
          <p:nvPr/>
        </p:nvSpPr>
        <p:spPr>
          <a:xfrm>
            <a:off x="3048000" y="1045916"/>
            <a:ext cx="6096000" cy="5355312"/>
          </a:xfrm>
          <a:prstGeom prst="rect">
            <a:avLst/>
          </a:prstGeom>
          <a:noFill/>
          <a:ln w="19050">
            <a:solidFill>
              <a:schemeClr val="tx1"/>
            </a:solidFill>
          </a:ln>
        </p:spPr>
        <p:txBody>
          <a:bodyPr wrap="square">
            <a:spAutoFit/>
          </a:bodyPr>
          <a:lstStyle/>
          <a:p>
            <a:pPr algn="ctr">
              <a:buNone/>
            </a:pPr>
            <a:r>
              <a:rPr lang="en-IN" dirty="0">
                <a:latin typeface="Arial" panose="020B0604020202020204" pitchFamily="34" charset="0"/>
                <a:cs typeface="Arial" panose="020B0604020202020204" pitchFamily="34" charset="0"/>
              </a:rPr>
              <a:t>Windows Server Failure</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AWX Workflow</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Health Validation</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AWS Recovery</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WinRM Verification</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Health Validation</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Recovery Report</a:t>
            </a:r>
          </a:p>
        </p:txBody>
      </p:sp>
      <p:cxnSp>
        <p:nvCxnSpPr>
          <p:cNvPr id="6" name="Straight Arrow Connector 5">
            <a:extLst>
              <a:ext uri="{FF2B5EF4-FFF2-40B4-BE49-F238E27FC236}">
                <a16:creationId xmlns:a16="http://schemas.microsoft.com/office/drawing/2014/main" id="{38E5F3D5-0107-5D4D-D8E5-5966B4023B02}"/>
              </a:ext>
            </a:extLst>
          </p:cNvPr>
          <p:cNvCxnSpPr/>
          <p:nvPr/>
        </p:nvCxnSpPr>
        <p:spPr>
          <a:xfrm>
            <a:off x="6204857" y="1447800"/>
            <a:ext cx="0" cy="4680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8" name="Straight Arrow Connector 7">
            <a:extLst>
              <a:ext uri="{FF2B5EF4-FFF2-40B4-BE49-F238E27FC236}">
                <a16:creationId xmlns:a16="http://schemas.microsoft.com/office/drawing/2014/main" id="{0D9A7E68-AC07-932B-75A8-1D549709DDF7}"/>
              </a:ext>
            </a:extLst>
          </p:cNvPr>
          <p:cNvCxnSpPr/>
          <p:nvPr/>
        </p:nvCxnSpPr>
        <p:spPr>
          <a:xfrm>
            <a:off x="6204857" y="2209800"/>
            <a:ext cx="0" cy="4680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6E0896D6-5937-E71D-13EE-E3CE825CB357}"/>
              </a:ext>
            </a:extLst>
          </p:cNvPr>
          <p:cNvCxnSpPr/>
          <p:nvPr/>
        </p:nvCxnSpPr>
        <p:spPr>
          <a:xfrm>
            <a:off x="6204857" y="3058886"/>
            <a:ext cx="0" cy="468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E619995-5BDD-05DF-363E-DEB3C286992D}"/>
              </a:ext>
            </a:extLst>
          </p:cNvPr>
          <p:cNvCxnSpPr/>
          <p:nvPr/>
        </p:nvCxnSpPr>
        <p:spPr>
          <a:xfrm>
            <a:off x="6204857" y="3897086"/>
            <a:ext cx="0" cy="468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B904710-3A9B-9138-71C3-CA564A77CB34}"/>
              </a:ext>
            </a:extLst>
          </p:cNvPr>
          <p:cNvCxnSpPr/>
          <p:nvPr/>
        </p:nvCxnSpPr>
        <p:spPr>
          <a:xfrm>
            <a:off x="6204857" y="4735285"/>
            <a:ext cx="0" cy="468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C383416-3B2C-6FC0-7B3E-0CE85E59EF0F}"/>
              </a:ext>
            </a:extLst>
          </p:cNvPr>
          <p:cNvCxnSpPr/>
          <p:nvPr/>
        </p:nvCxnSpPr>
        <p:spPr>
          <a:xfrm>
            <a:off x="6204857" y="5540828"/>
            <a:ext cx="0" cy="468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Graphic 14">
            <a:extLst>
              <a:ext uri="{FF2B5EF4-FFF2-40B4-BE49-F238E27FC236}">
                <a16:creationId xmlns:a16="http://schemas.microsoft.com/office/drawing/2014/main" id="{EA3AA346-989D-C466-C63E-AE19AA1A9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08372" y="1681843"/>
            <a:ext cx="1872343" cy="718045"/>
          </a:xfrm>
          <a:prstGeom prst="rect">
            <a:avLst/>
          </a:prstGeom>
        </p:spPr>
      </p:pic>
      <p:pic>
        <p:nvPicPr>
          <p:cNvPr id="17" name="Graphic 16">
            <a:extLst>
              <a:ext uri="{FF2B5EF4-FFF2-40B4-BE49-F238E27FC236}">
                <a16:creationId xmlns:a16="http://schemas.microsoft.com/office/drawing/2014/main" id="{FCE56C47-16C4-A03D-EB12-56A61A3DC9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08372" y="3323490"/>
            <a:ext cx="1872343" cy="718045"/>
          </a:xfrm>
          <a:prstGeom prst="rect">
            <a:avLst/>
          </a:prstGeom>
        </p:spPr>
      </p:pic>
      <p:pic>
        <p:nvPicPr>
          <p:cNvPr id="19" name="Picture 18">
            <a:extLst>
              <a:ext uri="{FF2B5EF4-FFF2-40B4-BE49-F238E27FC236}">
                <a16:creationId xmlns:a16="http://schemas.microsoft.com/office/drawing/2014/main" id="{6C482766-1E57-A7AD-BDDF-94960AC276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0803" y="4300541"/>
            <a:ext cx="1713711" cy="326501"/>
          </a:xfrm>
          <a:prstGeom prst="rect">
            <a:avLst/>
          </a:prstGeom>
        </p:spPr>
      </p:pic>
    </p:spTree>
    <p:extLst>
      <p:ext uri="{BB962C8B-B14F-4D97-AF65-F5344CB8AC3E}">
        <p14:creationId xmlns:p14="http://schemas.microsoft.com/office/powerpoint/2010/main" val="3938639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2BE99D-4E87-8D34-D5A0-D19641F62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6" name="TextBox 5">
            <a:extLst>
              <a:ext uri="{FF2B5EF4-FFF2-40B4-BE49-F238E27FC236}">
                <a16:creationId xmlns:a16="http://schemas.microsoft.com/office/drawing/2014/main" id="{373CEC6F-4337-0632-F823-B67EA7934739}"/>
              </a:ext>
            </a:extLst>
          </p:cNvPr>
          <p:cNvSpPr txBox="1"/>
          <p:nvPr/>
        </p:nvSpPr>
        <p:spPr>
          <a:xfrm>
            <a:off x="3276600" y="826104"/>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AWX Workflow Stages</a:t>
            </a:r>
          </a:p>
        </p:txBody>
      </p:sp>
      <p:sp>
        <p:nvSpPr>
          <p:cNvPr id="8" name="TextBox 7">
            <a:extLst>
              <a:ext uri="{FF2B5EF4-FFF2-40B4-BE49-F238E27FC236}">
                <a16:creationId xmlns:a16="http://schemas.microsoft.com/office/drawing/2014/main" id="{32144A7A-FB8C-8A63-B77E-E8E2E673766A}"/>
              </a:ext>
            </a:extLst>
          </p:cNvPr>
          <p:cNvSpPr txBox="1"/>
          <p:nvPr/>
        </p:nvSpPr>
        <p:spPr>
          <a:xfrm>
            <a:off x="3145972" y="1951672"/>
            <a:ext cx="6096000" cy="1477328"/>
          </a:xfrm>
          <a:prstGeom prst="rect">
            <a:avLst/>
          </a:prstGeom>
          <a:noFill/>
          <a:ln w="19050">
            <a:solidFill>
              <a:schemeClr val="tx1"/>
            </a:solidFill>
          </a:ln>
        </p:spPr>
        <p:txBody>
          <a:bodyPr wrap="square">
            <a:spAutoFit/>
          </a:bodyPr>
          <a:lstStyle/>
          <a:p>
            <a:pPr algn="ctr">
              <a:buNone/>
            </a:pPr>
            <a:r>
              <a:rPr lang="en-IN" b="1">
                <a:latin typeface="Arial" panose="020B0604020202020204" pitchFamily="34" charset="0"/>
                <a:cs typeface="Arial" panose="020B0604020202020204" pitchFamily="34" charset="0"/>
              </a:rPr>
              <a:t>Health Check</a:t>
            </a:r>
          </a:p>
          <a:p>
            <a:pPr algn="ctr">
              <a:buNone/>
            </a:pPr>
            <a:r>
              <a:rPr lang="en-IN" b="1" dirty="0">
                <a:latin typeface="Arial" panose="020B0604020202020204" pitchFamily="34" charset="0"/>
                <a:cs typeface="Arial" panose="020B0604020202020204" pitchFamily="34" charset="0"/>
              </a:rPr>
              <a:t>      ↓</a:t>
            </a:r>
          </a:p>
          <a:p>
            <a:pPr algn="ctr">
              <a:buNone/>
            </a:pPr>
            <a:r>
              <a:rPr lang="en-IN" b="1" dirty="0">
                <a:latin typeface="Arial" panose="020B0604020202020204" pitchFamily="34" charset="0"/>
                <a:cs typeface="Arial" panose="020B0604020202020204" pitchFamily="34" charset="0"/>
              </a:rPr>
              <a:t>AWS Recovery</a:t>
            </a:r>
          </a:p>
          <a:p>
            <a:pPr algn="ctr">
              <a:buNone/>
            </a:pPr>
            <a:r>
              <a:rPr lang="en-IN" b="1" dirty="0">
                <a:latin typeface="Arial" panose="020B0604020202020204" pitchFamily="34" charset="0"/>
                <a:cs typeface="Arial" panose="020B0604020202020204" pitchFamily="34" charset="0"/>
              </a:rPr>
              <a:t>      ↓</a:t>
            </a:r>
          </a:p>
          <a:p>
            <a:pPr algn="ctr">
              <a:buNone/>
            </a:pPr>
            <a:r>
              <a:rPr lang="en-IN" b="1" dirty="0">
                <a:latin typeface="Arial" panose="020B0604020202020204" pitchFamily="34" charset="0"/>
                <a:cs typeface="Arial" panose="020B0604020202020204" pitchFamily="34" charset="0"/>
              </a:rPr>
              <a:t>Health Validation</a:t>
            </a:r>
          </a:p>
        </p:txBody>
      </p:sp>
    </p:spTree>
    <p:extLst>
      <p:ext uri="{BB962C8B-B14F-4D97-AF65-F5344CB8AC3E}">
        <p14:creationId xmlns:p14="http://schemas.microsoft.com/office/powerpoint/2010/main" val="694444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971242-3B86-87A9-F33B-C9D526CC71A6}"/>
              </a:ext>
            </a:extLst>
          </p:cNvPr>
          <p:cNvSpPr txBox="1"/>
          <p:nvPr/>
        </p:nvSpPr>
        <p:spPr>
          <a:xfrm>
            <a:off x="3233057" y="425994"/>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Dynamic Survey Inputs</a:t>
            </a:r>
          </a:p>
        </p:txBody>
      </p:sp>
      <p:sp>
        <p:nvSpPr>
          <p:cNvPr id="7" name="TextBox 6">
            <a:extLst>
              <a:ext uri="{FF2B5EF4-FFF2-40B4-BE49-F238E27FC236}">
                <a16:creationId xmlns:a16="http://schemas.microsoft.com/office/drawing/2014/main" id="{F978A07C-A2EF-11FD-E4AE-7C7CA03D6891}"/>
              </a:ext>
            </a:extLst>
          </p:cNvPr>
          <p:cNvSpPr txBox="1"/>
          <p:nvPr/>
        </p:nvSpPr>
        <p:spPr>
          <a:xfrm>
            <a:off x="3048000" y="1125025"/>
            <a:ext cx="6096000" cy="646331"/>
          </a:xfrm>
          <a:prstGeom prst="rect">
            <a:avLst/>
          </a:prstGeom>
          <a:noFill/>
          <a:ln w="19050">
            <a:solidFill>
              <a:schemeClr val="tx1"/>
            </a:solidFill>
          </a:ln>
        </p:spPr>
        <p:txBody>
          <a:bodyPr wrap="square">
            <a:spAutoFit/>
          </a:bodyPr>
          <a:lstStyle/>
          <a:p>
            <a:pPr algn="ctr">
              <a:buNone/>
            </a:pPr>
            <a:r>
              <a:rPr lang="en-IN" dirty="0" err="1">
                <a:latin typeface="Arial" panose="020B0604020202020204" pitchFamily="34" charset="0"/>
                <a:cs typeface="Arial" panose="020B0604020202020204" pitchFamily="34" charset="0"/>
              </a:rPr>
              <a:t>target_host</a:t>
            </a:r>
            <a:endParaRPr lang="en-IN" dirty="0">
              <a:latin typeface="Arial" panose="020B0604020202020204" pitchFamily="34" charset="0"/>
              <a:cs typeface="Arial" panose="020B0604020202020204" pitchFamily="34" charset="0"/>
            </a:endParaRPr>
          </a:p>
          <a:p>
            <a:pPr algn="ctr">
              <a:buNone/>
            </a:pPr>
            <a:r>
              <a:rPr lang="en-IN" dirty="0" err="1">
                <a:latin typeface="Arial" panose="020B0604020202020204" pitchFamily="34" charset="0"/>
                <a:cs typeface="Arial" panose="020B0604020202020204" pitchFamily="34" charset="0"/>
              </a:rPr>
              <a:t>instance_id</a:t>
            </a:r>
            <a:endParaRPr lang="en-IN"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B358585-9BAA-0682-8516-1211E59CC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11" name="TextBox 10">
            <a:extLst>
              <a:ext uri="{FF2B5EF4-FFF2-40B4-BE49-F238E27FC236}">
                <a16:creationId xmlns:a16="http://schemas.microsoft.com/office/drawing/2014/main" id="{586E0AB1-24BF-B37C-DD17-BE90CA8A4698}"/>
              </a:ext>
            </a:extLst>
          </p:cNvPr>
          <p:cNvSpPr txBox="1"/>
          <p:nvPr/>
        </p:nvSpPr>
        <p:spPr>
          <a:xfrm>
            <a:off x="1219200" y="3429000"/>
            <a:ext cx="6096000" cy="1477328"/>
          </a:xfrm>
          <a:prstGeom prst="rect">
            <a:avLst/>
          </a:prstGeom>
          <a:noFill/>
          <a:ln w="19050">
            <a:solidFill>
              <a:schemeClr val="tx1"/>
            </a:solidFill>
          </a:ln>
        </p:spPr>
        <p:txBody>
          <a:bodyPr wrap="square">
            <a:spAutoFit/>
          </a:bodyPr>
          <a:lstStyle/>
          <a:p>
            <a:pPr fontAlgn="t">
              <a:lnSpc>
                <a:spcPct val="100000"/>
              </a:lnSpc>
              <a:buNone/>
            </a:pPr>
            <a:r>
              <a:rPr lang="en-IN" b="0" i="0">
                <a:effectLst/>
                <a:latin typeface="Arial" panose="020B0604020202020204" pitchFamily="34" charset="0"/>
                <a:cs typeface="Arial" panose="020B0604020202020204" pitchFamily="34" charset="0"/>
              </a:rPr>
              <a:t>Benefits:</a:t>
            </a:r>
          </a:p>
          <a:p>
            <a:pPr marL="342900" lvl="0" indent="-342900" fontAlgn="t">
              <a:lnSpc>
                <a:spcPct val="100000"/>
              </a:lnSpc>
              <a:buFont typeface="Arial" panose="020B0604020202020204" pitchFamily="34" charset="0"/>
              <a:buChar char="•"/>
            </a:pPr>
            <a:r>
              <a:rPr lang="en-IN" b="0" i="0">
                <a:effectLst/>
                <a:latin typeface="Arial" panose="020B0604020202020204" pitchFamily="34" charset="0"/>
                <a:cs typeface="Arial" panose="020B0604020202020204" pitchFamily="34" charset="0"/>
              </a:rPr>
              <a:t>One workflow</a:t>
            </a:r>
          </a:p>
          <a:p>
            <a:pPr marL="342900" lvl="0" indent="-342900" fontAlgn="t">
              <a:lnSpc>
                <a:spcPct val="100000"/>
              </a:lnSpc>
              <a:buFont typeface="Arial" panose="020B0604020202020204" pitchFamily="34" charset="0"/>
              <a:buChar char="•"/>
            </a:pPr>
            <a:r>
              <a:rPr lang="en-IN" b="0" i="0">
                <a:effectLst/>
                <a:latin typeface="Arial" panose="020B0604020202020204" pitchFamily="34" charset="0"/>
                <a:cs typeface="Arial" panose="020B0604020202020204" pitchFamily="34" charset="0"/>
              </a:rPr>
              <a:t>Multiple servers</a:t>
            </a:r>
          </a:p>
          <a:p>
            <a:pPr marL="342900" lvl="0" indent="-342900" fontAlgn="t">
              <a:lnSpc>
                <a:spcPct val="100000"/>
              </a:lnSpc>
              <a:buFont typeface="Arial" panose="020B0604020202020204" pitchFamily="34" charset="0"/>
              <a:buChar char="•"/>
            </a:pPr>
            <a:r>
              <a:rPr lang="en-IN" b="0" i="0">
                <a:effectLst/>
                <a:latin typeface="Arial" panose="020B0604020202020204" pitchFamily="34" charset="0"/>
                <a:cs typeface="Arial" panose="020B0604020202020204" pitchFamily="34" charset="0"/>
              </a:rPr>
              <a:t>No hardcoding</a:t>
            </a:r>
          </a:p>
          <a:p>
            <a:pPr marL="342900" lvl="0" indent="-342900" fontAlgn="t">
              <a:lnSpc>
                <a:spcPct val="100000"/>
              </a:lnSpc>
              <a:buFont typeface="Arial" panose="020B0604020202020204" pitchFamily="34" charset="0"/>
              <a:buChar char="•"/>
            </a:pPr>
            <a:r>
              <a:rPr lang="en-IN" b="0" i="0">
                <a:effectLst/>
                <a:latin typeface="Arial" panose="020B0604020202020204" pitchFamily="34" charset="0"/>
                <a:cs typeface="Arial" panose="020B0604020202020204" pitchFamily="34" charset="0"/>
              </a:rPr>
              <a:t>Scalable automation</a:t>
            </a:r>
          </a:p>
        </p:txBody>
      </p:sp>
    </p:spTree>
    <p:extLst>
      <p:ext uri="{BB962C8B-B14F-4D97-AF65-F5344CB8AC3E}">
        <p14:creationId xmlns:p14="http://schemas.microsoft.com/office/powerpoint/2010/main" val="1221459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2FC7E1-CB55-6AC3-7CB1-A825768F585A}"/>
              </a:ext>
            </a:extLst>
          </p:cNvPr>
          <p:cNvSpPr txBox="1"/>
          <p:nvPr/>
        </p:nvSpPr>
        <p:spPr>
          <a:xfrm>
            <a:off x="2950029" y="851163"/>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Device Health Validation Logic</a:t>
            </a:r>
          </a:p>
        </p:txBody>
      </p:sp>
      <p:sp>
        <p:nvSpPr>
          <p:cNvPr id="5" name="TextBox 4">
            <a:extLst>
              <a:ext uri="{FF2B5EF4-FFF2-40B4-BE49-F238E27FC236}">
                <a16:creationId xmlns:a16="http://schemas.microsoft.com/office/drawing/2014/main" id="{E1053BD0-149C-9DC8-53E4-ACD7217B14EA}"/>
              </a:ext>
            </a:extLst>
          </p:cNvPr>
          <p:cNvSpPr txBox="1"/>
          <p:nvPr/>
        </p:nvSpPr>
        <p:spPr>
          <a:xfrm>
            <a:off x="3374572" y="1786821"/>
            <a:ext cx="6096000" cy="1477328"/>
          </a:xfrm>
          <a:prstGeom prst="rect">
            <a:avLst/>
          </a:prstGeom>
          <a:noFill/>
          <a:ln w="19050">
            <a:solidFill>
              <a:schemeClr val="tx1"/>
            </a:solidFill>
          </a:ln>
        </p:spPr>
        <p:txBody>
          <a:bodyPr wrap="square">
            <a:spAutoFit/>
          </a:bodyPr>
          <a:lstStyle/>
          <a:p>
            <a:pPr>
              <a:buNone/>
            </a:pPr>
            <a:r>
              <a:rPr lang="en-IN" dirty="0">
                <a:latin typeface="Arial" panose="020B0604020202020204" pitchFamily="34" charset="0"/>
                <a:cs typeface="Arial" panose="020B0604020202020204" pitchFamily="34" charset="0"/>
              </a:rPr>
              <a:t>WinRM Check</a:t>
            </a:r>
          </a:p>
          <a:p>
            <a:pPr>
              <a:buNone/>
            </a:pP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 </a:t>
            </a:r>
            <a:r>
              <a:rPr lang="en-IN" dirty="0"/>
              <a:t>🟢</a:t>
            </a:r>
            <a:r>
              <a:rPr lang="en-IN" dirty="0">
                <a:latin typeface="Arial" panose="020B0604020202020204" pitchFamily="34" charset="0"/>
                <a:cs typeface="Arial" panose="020B0604020202020204" pitchFamily="34" charset="0"/>
              </a:rPr>
              <a:t>Reachable ----&gt; Healthy</a:t>
            </a:r>
          </a:p>
          <a:p>
            <a:pPr>
              <a:buNone/>
            </a:pP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 </a:t>
            </a:r>
            <a:r>
              <a:rPr lang="en-IN" dirty="0"/>
              <a:t>🔴</a:t>
            </a:r>
            <a:r>
              <a:rPr lang="en-IN" dirty="0">
                <a:latin typeface="Arial" panose="020B0604020202020204" pitchFamily="34" charset="0"/>
                <a:cs typeface="Arial" panose="020B0604020202020204" pitchFamily="34" charset="0"/>
              </a:rPr>
              <a:t>Unreachable --&gt; Recovery</a:t>
            </a:r>
          </a:p>
        </p:txBody>
      </p:sp>
      <p:pic>
        <p:nvPicPr>
          <p:cNvPr id="7" name="Picture 6">
            <a:extLst>
              <a:ext uri="{FF2B5EF4-FFF2-40B4-BE49-F238E27FC236}">
                <a16:creationId xmlns:a16="http://schemas.microsoft.com/office/drawing/2014/main" id="{F1B7AEDC-F073-0704-79AB-63FFAC8FBD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Tree>
    <p:extLst>
      <p:ext uri="{BB962C8B-B14F-4D97-AF65-F5344CB8AC3E}">
        <p14:creationId xmlns:p14="http://schemas.microsoft.com/office/powerpoint/2010/main" val="2842270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DC3B7A-8A33-F4BF-374C-514B09CA6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5" name="TextBox 4">
            <a:extLst>
              <a:ext uri="{FF2B5EF4-FFF2-40B4-BE49-F238E27FC236}">
                <a16:creationId xmlns:a16="http://schemas.microsoft.com/office/drawing/2014/main" id="{4046A41A-E98A-D67A-301C-ED2A71993D51}"/>
              </a:ext>
            </a:extLst>
          </p:cNvPr>
          <p:cNvSpPr txBox="1"/>
          <p:nvPr/>
        </p:nvSpPr>
        <p:spPr>
          <a:xfrm>
            <a:off x="3048000" y="826104"/>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IAM Role Based Authentication</a:t>
            </a:r>
          </a:p>
        </p:txBody>
      </p:sp>
      <p:sp>
        <p:nvSpPr>
          <p:cNvPr id="7" name="TextBox 6">
            <a:extLst>
              <a:ext uri="{FF2B5EF4-FFF2-40B4-BE49-F238E27FC236}">
                <a16:creationId xmlns:a16="http://schemas.microsoft.com/office/drawing/2014/main" id="{1EADE8C4-D55A-5C3E-2EB5-A044EECEF31E}"/>
              </a:ext>
            </a:extLst>
          </p:cNvPr>
          <p:cNvSpPr txBox="1"/>
          <p:nvPr/>
        </p:nvSpPr>
        <p:spPr>
          <a:xfrm>
            <a:off x="3145972" y="1558222"/>
            <a:ext cx="6096000" cy="1477328"/>
          </a:xfrm>
          <a:prstGeom prst="rect">
            <a:avLst/>
          </a:prstGeom>
          <a:noFill/>
          <a:ln w="19050">
            <a:solidFill>
              <a:schemeClr val="tx1"/>
            </a:solidFill>
          </a:ln>
        </p:spPr>
        <p:txBody>
          <a:bodyPr wrap="square">
            <a:spAutoFit/>
          </a:bodyPr>
          <a:lstStyle/>
          <a:p>
            <a:pPr algn="ctr">
              <a:buNone/>
            </a:pPr>
            <a:r>
              <a:rPr lang="en-IN">
                <a:latin typeface="Arial" panose="020B0604020202020204" pitchFamily="34" charset="0"/>
                <a:cs typeface="Arial" panose="020B0604020202020204" pitchFamily="34" charset="0"/>
              </a:rPr>
              <a:t>AWX EC2</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IAM Role</a:t>
            </a:r>
          </a:p>
          <a:p>
            <a:pPr algn="ctr">
              <a:buNone/>
            </a:pPr>
            <a:r>
              <a:rPr lang="en-IN" dirty="0">
                <a:latin typeface="Arial" panose="020B0604020202020204" pitchFamily="34" charset="0"/>
                <a:cs typeface="Arial" panose="020B0604020202020204" pitchFamily="34" charset="0"/>
              </a:rPr>
              <a:t>   |</a:t>
            </a:r>
          </a:p>
          <a:p>
            <a:pPr algn="ctr">
              <a:buNone/>
            </a:pPr>
            <a:r>
              <a:rPr lang="en-IN" dirty="0">
                <a:latin typeface="Arial" panose="020B0604020202020204" pitchFamily="34" charset="0"/>
                <a:cs typeface="Arial" panose="020B0604020202020204" pitchFamily="34" charset="0"/>
              </a:rPr>
              <a:t> AWS APIs</a:t>
            </a:r>
          </a:p>
        </p:txBody>
      </p:sp>
    </p:spTree>
    <p:extLst>
      <p:ext uri="{BB962C8B-B14F-4D97-AF65-F5344CB8AC3E}">
        <p14:creationId xmlns:p14="http://schemas.microsoft.com/office/powerpoint/2010/main" val="2232703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0B38-4C1C-1A0C-B7C7-00B02E4DCF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123384-0B14-2043-58BF-A1E850365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5" name="TextBox 4">
            <a:extLst>
              <a:ext uri="{FF2B5EF4-FFF2-40B4-BE49-F238E27FC236}">
                <a16:creationId xmlns:a16="http://schemas.microsoft.com/office/drawing/2014/main" id="{4755535A-BB00-B69F-BEDB-7E12DCE663E9}"/>
              </a:ext>
            </a:extLst>
          </p:cNvPr>
          <p:cNvSpPr txBox="1"/>
          <p:nvPr/>
        </p:nvSpPr>
        <p:spPr>
          <a:xfrm>
            <a:off x="3048000" y="826104"/>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AWS Recovery Decision Tree</a:t>
            </a:r>
          </a:p>
        </p:txBody>
      </p:sp>
      <p:sp>
        <p:nvSpPr>
          <p:cNvPr id="7" name="TextBox 6">
            <a:extLst>
              <a:ext uri="{FF2B5EF4-FFF2-40B4-BE49-F238E27FC236}">
                <a16:creationId xmlns:a16="http://schemas.microsoft.com/office/drawing/2014/main" id="{F711E16E-2F0C-F46F-4491-96BBE39C6270}"/>
              </a:ext>
            </a:extLst>
          </p:cNvPr>
          <p:cNvSpPr txBox="1"/>
          <p:nvPr/>
        </p:nvSpPr>
        <p:spPr>
          <a:xfrm>
            <a:off x="3145972" y="1558222"/>
            <a:ext cx="6096000" cy="4247317"/>
          </a:xfrm>
          <a:prstGeom prst="rect">
            <a:avLst/>
          </a:prstGeom>
          <a:noFill/>
          <a:ln w="19050">
            <a:solidFill>
              <a:schemeClr val="tx1"/>
            </a:solidFill>
          </a:ln>
        </p:spPr>
        <p:txBody>
          <a:bodyPr wrap="square">
            <a:spAutoFit/>
          </a:bodyPr>
          <a:lstStyle/>
          <a:p>
            <a:pPr algn="ctr">
              <a:buNone/>
            </a:pPr>
            <a:r>
              <a:rPr lang="en-IN">
                <a:latin typeface="Arial" panose="020B0604020202020204" pitchFamily="34" charset="0"/>
                <a:cs typeface="Arial" panose="020B0604020202020204" pitchFamily="34" charset="0"/>
              </a:rPr>
              <a:t>Instance Running?</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Yes</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Reboot</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WinRM OK?</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Yes -&gt; Success</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No</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Stop/Start</a:t>
            </a:r>
          </a:p>
          <a:p>
            <a:pPr algn="ctr">
              <a:buNone/>
            </a:pPr>
            <a:r>
              <a:rPr lang="en-IN">
                <a:latin typeface="Arial" panose="020B0604020202020204" pitchFamily="34" charset="0"/>
                <a:cs typeface="Arial" panose="020B0604020202020204" pitchFamily="34" charset="0"/>
              </a:rPr>
              <a:t>      |</a:t>
            </a:r>
          </a:p>
          <a:p>
            <a:pPr algn="ctr">
              <a:buNone/>
            </a:pPr>
            <a:r>
              <a:rPr lang="en-IN">
                <a:latin typeface="Arial" panose="020B0604020202020204" pitchFamily="34" charset="0"/>
                <a:cs typeface="Arial" panose="020B0604020202020204" pitchFamily="34" charset="0"/>
              </a:rPr>
              <a:t> Validate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8120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03C74-4D2D-8F89-1706-BED0C4C3B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5" name="TextBox 4">
            <a:extLst>
              <a:ext uri="{FF2B5EF4-FFF2-40B4-BE49-F238E27FC236}">
                <a16:creationId xmlns:a16="http://schemas.microsoft.com/office/drawing/2014/main" id="{6ADAAFAD-72E3-6E18-FDF0-0586F0CC9C5B}"/>
              </a:ext>
            </a:extLst>
          </p:cNvPr>
          <p:cNvSpPr txBox="1"/>
          <p:nvPr/>
        </p:nvSpPr>
        <p:spPr>
          <a:xfrm>
            <a:off x="2362200" y="641438"/>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Recovery Paths</a:t>
            </a:r>
          </a:p>
        </p:txBody>
      </p:sp>
      <p:sp>
        <p:nvSpPr>
          <p:cNvPr id="7" name="TextBox 6">
            <a:extLst>
              <a:ext uri="{FF2B5EF4-FFF2-40B4-BE49-F238E27FC236}">
                <a16:creationId xmlns:a16="http://schemas.microsoft.com/office/drawing/2014/main" id="{749D327F-5E21-E3E4-A13A-2CD90D42BE16}"/>
              </a:ext>
            </a:extLst>
          </p:cNvPr>
          <p:cNvSpPr txBox="1"/>
          <p:nvPr/>
        </p:nvSpPr>
        <p:spPr>
          <a:xfrm>
            <a:off x="1611085" y="1809767"/>
            <a:ext cx="6096000" cy="3139321"/>
          </a:xfrm>
          <a:prstGeom prst="rect">
            <a:avLst/>
          </a:prstGeom>
          <a:noFill/>
          <a:ln w="19050">
            <a:solidFill>
              <a:schemeClr val="tx1"/>
            </a:solidFill>
          </a:ln>
        </p:spPr>
        <p:txBody>
          <a:bodyPr wrap="square">
            <a:spAutoFit/>
          </a:bodyPr>
          <a:lstStyle/>
          <a:p>
            <a:pPr>
              <a:buNone/>
            </a:pPr>
            <a:r>
              <a:rPr lang="en-IN" dirty="0">
                <a:latin typeface="Arial" panose="020B0604020202020204" pitchFamily="34" charset="0"/>
                <a:cs typeface="Arial" panose="020B0604020202020204" pitchFamily="34" charset="0"/>
              </a:rPr>
              <a:t>Scenario 1</a:t>
            </a:r>
          </a:p>
          <a:p>
            <a:pPr>
              <a:buNone/>
            </a:pPr>
            <a:r>
              <a:rPr lang="en-IN" dirty="0">
                <a:latin typeface="Arial" panose="020B0604020202020204" pitchFamily="34" charset="0"/>
                <a:cs typeface="Arial" panose="020B0604020202020204" pitchFamily="34" charset="0"/>
              </a:rPr>
              <a:t>Running + WinRM Issue</a:t>
            </a:r>
          </a:p>
          <a:p>
            <a:pPr>
              <a:buNone/>
            </a:pPr>
            <a:r>
              <a:rPr lang="en-IN" dirty="0">
                <a:latin typeface="Arial" panose="020B0604020202020204" pitchFamily="34" charset="0"/>
                <a:cs typeface="Arial" panose="020B0604020202020204" pitchFamily="34" charset="0"/>
              </a:rPr>
              <a:t>→ Reboot</a:t>
            </a:r>
          </a:p>
          <a:p>
            <a:pPr>
              <a:buNone/>
            </a:pPr>
            <a:endParaRPr lang="en-IN" dirty="0">
              <a:latin typeface="Arial" panose="020B0604020202020204" pitchFamily="34" charset="0"/>
              <a:cs typeface="Arial" panose="020B0604020202020204" pitchFamily="34" charset="0"/>
            </a:endParaRPr>
          </a:p>
          <a:p>
            <a:pPr>
              <a:buNone/>
            </a:pPr>
            <a:r>
              <a:rPr lang="en-IN" dirty="0">
                <a:latin typeface="Arial" panose="020B0604020202020204" pitchFamily="34" charset="0"/>
                <a:cs typeface="Arial" panose="020B0604020202020204" pitchFamily="34" charset="0"/>
              </a:rPr>
              <a:t>Scenario 2</a:t>
            </a:r>
          </a:p>
          <a:p>
            <a:pPr>
              <a:buNone/>
            </a:pPr>
            <a:r>
              <a:rPr lang="en-IN" dirty="0">
                <a:latin typeface="Arial" panose="020B0604020202020204" pitchFamily="34" charset="0"/>
                <a:cs typeface="Arial" panose="020B0604020202020204" pitchFamily="34" charset="0"/>
              </a:rPr>
              <a:t>Reboot Failed</a:t>
            </a:r>
          </a:p>
          <a:p>
            <a:pPr>
              <a:buNone/>
            </a:pPr>
            <a:r>
              <a:rPr lang="en-IN" dirty="0">
                <a:latin typeface="Arial" panose="020B0604020202020204" pitchFamily="34" charset="0"/>
                <a:cs typeface="Arial" panose="020B0604020202020204" pitchFamily="34" charset="0"/>
              </a:rPr>
              <a:t>→ Stop/Start</a:t>
            </a:r>
          </a:p>
          <a:p>
            <a:pPr>
              <a:buNone/>
            </a:pPr>
            <a:endParaRPr lang="en-IN" dirty="0">
              <a:latin typeface="Arial" panose="020B0604020202020204" pitchFamily="34" charset="0"/>
              <a:cs typeface="Arial" panose="020B0604020202020204" pitchFamily="34" charset="0"/>
            </a:endParaRPr>
          </a:p>
          <a:p>
            <a:pPr>
              <a:buNone/>
            </a:pPr>
            <a:r>
              <a:rPr lang="en-IN" dirty="0">
                <a:latin typeface="Arial" panose="020B0604020202020204" pitchFamily="34" charset="0"/>
                <a:cs typeface="Arial" panose="020B0604020202020204" pitchFamily="34" charset="0"/>
              </a:rPr>
              <a:t>Scenario 3</a:t>
            </a:r>
          </a:p>
          <a:p>
            <a:pPr>
              <a:buNone/>
            </a:pPr>
            <a:r>
              <a:rPr lang="en-IN" dirty="0">
                <a:latin typeface="Arial" panose="020B0604020202020204" pitchFamily="34" charset="0"/>
                <a:cs typeface="Arial" panose="020B0604020202020204" pitchFamily="34" charset="0"/>
              </a:rPr>
              <a:t>Instance Stopped</a:t>
            </a:r>
          </a:p>
          <a:p>
            <a:pPr>
              <a:buNone/>
            </a:pPr>
            <a:r>
              <a:rPr lang="en-IN" dirty="0">
                <a:latin typeface="Arial" panose="020B0604020202020204" pitchFamily="34" charset="0"/>
                <a:cs typeface="Arial" panose="020B0604020202020204" pitchFamily="34" charset="0"/>
              </a:rPr>
              <a:t>→ Start Instance</a:t>
            </a:r>
          </a:p>
        </p:txBody>
      </p:sp>
    </p:spTree>
    <p:extLst>
      <p:ext uri="{BB962C8B-B14F-4D97-AF65-F5344CB8AC3E}">
        <p14:creationId xmlns:p14="http://schemas.microsoft.com/office/powerpoint/2010/main" val="3024783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4CAA-0311-CE5B-C01D-50FF86E76D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C90309-3D80-D9DD-4DE5-DC53A824C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5" name="TextBox 4">
            <a:extLst>
              <a:ext uri="{FF2B5EF4-FFF2-40B4-BE49-F238E27FC236}">
                <a16:creationId xmlns:a16="http://schemas.microsoft.com/office/drawing/2014/main" id="{B933EEA2-0026-0FF3-8941-04DC759BE7A8}"/>
              </a:ext>
            </a:extLst>
          </p:cNvPr>
          <p:cNvSpPr txBox="1"/>
          <p:nvPr/>
        </p:nvSpPr>
        <p:spPr>
          <a:xfrm>
            <a:off x="3048000" y="826104"/>
            <a:ext cx="6096000" cy="400110"/>
          </a:xfrm>
          <a:prstGeom prst="rect">
            <a:avLst/>
          </a:prstGeom>
          <a:noFill/>
        </p:spPr>
        <p:txBody>
          <a:bodyPr wrap="square">
            <a:spAutoFit/>
          </a:bodyPr>
          <a:lstStyle/>
          <a:p>
            <a:pPr algn="ctr" fontAlgn="t">
              <a:lnSpc>
                <a:spcPct val="100000"/>
              </a:lnSpc>
              <a:buNone/>
            </a:pPr>
            <a:r>
              <a:rPr lang="en-IN" sz="2000" b="1" i="0" dirty="0">
                <a:effectLst/>
                <a:latin typeface="Arial" panose="020B0604020202020204" pitchFamily="34" charset="0"/>
                <a:cs typeface="Arial" panose="020B0604020202020204" pitchFamily="34" charset="0"/>
              </a:rPr>
              <a:t>Health Validation</a:t>
            </a:r>
          </a:p>
        </p:txBody>
      </p:sp>
      <p:sp>
        <p:nvSpPr>
          <p:cNvPr id="7" name="TextBox 6">
            <a:extLst>
              <a:ext uri="{FF2B5EF4-FFF2-40B4-BE49-F238E27FC236}">
                <a16:creationId xmlns:a16="http://schemas.microsoft.com/office/drawing/2014/main" id="{BE1B8E54-6DEF-CA11-9E7F-E9F511968797}"/>
              </a:ext>
            </a:extLst>
          </p:cNvPr>
          <p:cNvSpPr txBox="1"/>
          <p:nvPr/>
        </p:nvSpPr>
        <p:spPr>
          <a:xfrm>
            <a:off x="3145972" y="1558222"/>
            <a:ext cx="6096000" cy="1477328"/>
          </a:xfrm>
          <a:prstGeom prst="rect">
            <a:avLst/>
          </a:prstGeom>
          <a:noFill/>
          <a:ln w="19050">
            <a:solidFill>
              <a:schemeClr val="tx1"/>
            </a:solidFill>
          </a:ln>
        </p:spPr>
        <p:txBody>
          <a:bodyPr wrap="square">
            <a:spAutoFit/>
          </a:bodyPr>
          <a:lstStyle/>
          <a:p>
            <a:pPr algn="ctr" fontAlgn="t">
              <a:lnSpc>
                <a:spcPct val="100000"/>
              </a:lnSpc>
              <a:buNone/>
            </a:pPr>
            <a:r>
              <a:rPr lang="en-IN" dirty="0"/>
              <a:t>Show gauges:</a:t>
            </a:r>
          </a:p>
          <a:p>
            <a:pPr marL="342900" lvl="0" indent="-342900" algn="ctr" fontAlgn="t">
              <a:lnSpc>
                <a:spcPct val="100000"/>
              </a:lnSpc>
              <a:buFont typeface="Arial" panose="020B0604020202020204" pitchFamily="34" charset="0"/>
              <a:buChar char="•"/>
            </a:pPr>
            <a:r>
              <a:rPr lang="en-IN" dirty="0"/>
              <a:t>CPU %</a:t>
            </a:r>
          </a:p>
          <a:p>
            <a:pPr marL="285750" lvl="0" indent="-285750" algn="ctr" fontAlgn="t">
              <a:lnSpc>
                <a:spcPct val="100000"/>
              </a:lnSpc>
              <a:buFont typeface="Arial" panose="020B0604020202020204" pitchFamily="34" charset="0"/>
              <a:buChar char="•"/>
            </a:pPr>
            <a:r>
              <a:rPr lang="en-IN" dirty="0"/>
              <a:t>Memory %</a:t>
            </a:r>
          </a:p>
          <a:p>
            <a:pPr marL="342900" lvl="0" indent="-342900" algn="ctr" fontAlgn="t">
              <a:lnSpc>
                <a:spcPct val="100000"/>
              </a:lnSpc>
              <a:buFont typeface="Arial" panose="020B0604020202020204" pitchFamily="34" charset="0"/>
              <a:buChar char="•"/>
            </a:pPr>
            <a:r>
              <a:rPr lang="en-IN" dirty="0"/>
              <a:t>Disk %</a:t>
            </a:r>
          </a:p>
          <a:p>
            <a:pPr marL="342900" lvl="0" indent="-342900" algn="ctr" fontAlgn="t">
              <a:lnSpc>
                <a:spcPct val="100000"/>
              </a:lnSpc>
              <a:buFont typeface="Arial" panose="020B0604020202020204" pitchFamily="34" charset="0"/>
              <a:buChar char="•"/>
            </a:pPr>
            <a:r>
              <a:rPr lang="en-IN" dirty="0"/>
              <a:t>Uptime</a:t>
            </a:r>
          </a:p>
        </p:txBody>
      </p:sp>
    </p:spTree>
    <p:extLst>
      <p:ext uri="{BB962C8B-B14F-4D97-AF65-F5344CB8AC3E}">
        <p14:creationId xmlns:p14="http://schemas.microsoft.com/office/powerpoint/2010/main" val="396943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5D3529-FC29-99FE-124C-159B51DCEBA6}"/>
              </a:ext>
            </a:extLst>
          </p:cNvPr>
          <p:cNvSpPr txBox="1"/>
          <p:nvPr/>
        </p:nvSpPr>
        <p:spPr>
          <a:xfrm>
            <a:off x="3341914" y="764077"/>
            <a:ext cx="6096000" cy="400110"/>
          </a:xfrm>
          <a:prstGeom prst="rect">
            <a:avLst/>
          </a:prstGeom>
          <a:noFill/>
        </p:spPr>
        <p:txBody>
          <a:bodyPr wrap="square">
            <a:spAutoFit/>
          </a:bodyPr>
          <a:lstStyle/>
          <a:p>
            <a:pPr algn="ctr" fontAlgn="t">
              <a:lnSpc>
                <a:spcPct val="100000"/>
              </a:lnSpc>
              <a:buNone/>
            </a:pPr>
            <a:r>
              <a:rPr lang="en-IN" sz="2000" b="1" i="0">
                <a:effectLst/>
                <a:latin typeface="Arial" panose="020B0604020202020204" pitchFamily="34" charset="0"/>
                <a:cs typeface="Arial" panose="020B0604020202020204" pitchFamily="34" charset="0"/>
              </a:rPr>
              <a:t>What We're Going To Test</a:t>
            </a:r>
          </a:p>
        </p:txBody>
      </p:sp>
      <p:sp>
        <p:nvSpPr>
          <p:cNvPr id="5" name="TextBox 4">
            <a:extLst>
              <a:ext uri="{FF2B5EF4-FFF2-40B4-BE49-F238E27FC236}">
                <a16:creationId xmlns:a16="http://schemas.microsoft.com/office/drawing/2014/main" id="{84E2E0E3-E502-8DC7-D7D9-8DB2546D4374}"/>
              </a:ext>
            </a:extLst>
          </p:cNvPr>
          <p:cNvSpPr txBox="1"/>
          <p:nvPr/>
        </p:nvSpPr>
        <p:spPr>
          <a:xfrm>
            <a:off x="3048000" y="1575902"/>
            <a:ext cx="6096000" cy="1754326"/>
          </a:xfrm>
          <a:prstGeom prst="rect">
            <a:avLst/>
          </a:prstGeom>
          <a:noFill/>
          <a:ln w="19050">
            <a:solidFill>
              <a:schemeClr val="tx1"/>
            </a:solidFill>
          </a:ln>
        </p:spPr>
        <p:txBody>
          <a:bodyPr wrap="square">
            <a:spAutoFit/>
          </a:bodyPr>
          <a:lstStyle/>
          <a:p>
            <a:pPr fontAlgn="t">
              <a:lnSpc>
                <a:spcPct val="100000"/>
              </a:lnSpc>
              <a:buNone/>
            </a:pPr>
            <a:r>
              <a:rPr lang="en-IN" sz="1800" b="0" i="0" dirty="0">
                <a:effectLst/>
                <a:latin typeface="Arial" panose="020B0604020202020204" pitchFamily="34" charset="0"/>
                <a:cs typeface="Arial" panose="020B0604020202020204" pitchFamily="34" charset="0"/>
              </a:rPr>
              <a:t>Step 1: Verify Server Healthy</a:t>
            </a:r>
          </a:p>
          <a:p>
            <a:pPr fontAlgn="t">
              <a:lnSpc>
                <a:spcPct val="100000"/>
              </a:lnSpc>
              <a:buNone/>
            </a:pPr>
            <a:r>
              <a:rPr lang="en-IN" sz="1800" b="0" i="0" dirty="0">
                <a:effectLst/>
                <a:latin typeface="Arial" panose="020B0604020202020204" pitchFamily="34" charset="0"/>
                <a:cs typeface="Arial" panose="020B0604020202020204" pitchFamily="34" charset="0"/>
              </a:rPr>
              <a:t> Step 2: Simulate Connectivity Failure </a:t>
            </a:r>
          </a:p>
          <a:p>
            <a:pPr fontAlgn="t">
              <a:lnSpc>
                <a:spcPct val="100000"/>
              </a:lnSpc>
              <a:buNone/>
            </a:pPr>
            <a:r>
              <a:rPr lang="en-IN" sz="1800" b="0" i="0" dirty="0">
                <a:effectLst/>
                <a:latin typeface="Arial" panose="020B0604020202020204" pitchFamily="34" charset="0"/>
                <a:cs typeface="Arial" panose="020B0604020202020204" pitchFamily="34" charset="0"/>
              </a:rPr>
              <a:t>Step 3: Trigger AWX Workflow </a:t>
            </a:r>
          </a:p>
          <a:p>
            <a:pPr fontAlgn="t">
              <a:lnSpc>
                <a:spcPct val="100000"/>
              </a:lnSpc>
              <a:buNone/>
            </a:pPr>
            <a:r>
              <a:rPr lang="en-IN" sz="1800" b="0" i="0" dirty="0">
                <a:effectLst/>
                <a:latin typeface="Arial" panose="020B0604020202020204" pitchFamily="34" charset="0"/>
                <a:cs typeface="Arial" panose="020B0604020202020204" pitchFamily="34" charset="0"/>
              </a:rPr>
              <a:t>Step 4: AWS Recovery </a:t>
            </a:r>
          </a:p>
          <a:p>
            <a:pPr fontAlgn="t">
              <a:lnSpc>
                <a:spcPct val="100000"/>
              </a:lnSpc>
              <a:buNone/>
            </a:pPr>
            <a:r>
              <a:rPr lang="en-IN" sz="1800" b="0" i="0" dirty="0">
                <a:effectLst/>
                <a:latin typeface="Arial" panose="020B0604020202020204" pitchFamily="34" charset="0"/>
                <a:cs typeface="Arial" panose="020B0604020202020204" pitchFamily="34" charset="0"/>
              </a:rPr>
              <a:t>Step 5: Validate Health Metrics</a:t>
            </a:r>
          </a:p>
          <a:p>
            <a:pPr fontAlgn="t">
              <a:lnSpc>
                <a:spcPct val="100000"/>
              </a:lnSpc>
              <a:buNone/>
            </a:pPr>
            <a:r>
              <a:rPr lang="en-IN" sz="1800" b="0" i="0" dirty="0">
                <a:effectLst/>
                <a:latin typeface="Arial" panose="020B0604020202020204" pitchFamily="34" charset="0"/>
                <a:cs typeface="Arial" panose="020B0604020202020204" pitchFamily="34" charset="0"/>
              </a:rPr>
              <a:t> Step 6: Confirm Restoration</a:t>
            </a:r>
          </a:p>
        </p:txBody>
      </p:sp>
    </p:spTree>
    <p:extLst>
      <p:ext uri="{BB962C8B-B14F-4D97-AF65-F5344CB8AC3E}">
        <p14:creationId xmlns:p14="http://schemas.microsoft.com/office/powerpoint/2010/main" val="335694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A67EE-3E7C-2014-95C7-C488866B63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1E0E6F-E243-2CD2-1953-0DD347C06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
        <p:nvSpPr>
          <p:cNvPr id="5" name="TextBox 4">
            <a:extLst>
              <a:ext uri="{FF2B5EF4-FFF2-40B4-BE49-F238E27FC236}">
                <a16:creationId xmlns:a16="http://schemas.microsoft.com/office/drawing/2014/main" id="{8CD6166D-9B23-3078-2A2B-5971ABF1BE46}"/>
              </a:ext>
            </a:extLst>
          </p:cNvPr>
          <p:cNvSpPr txBox="1"/>
          <p:nvPr/>
        </p:nvSpPr>
        <p:spPr>
          <a:xfrm>
            <a:off x="2873828" y="413052"/>
            <a:ext cx="6096000" cy="646331"/>
          </a:xfrm>
          <a:prstGeom prst="rect">
            <a:avLst/>
          </a:prstGeom>
          <a:noFill/>
        </p:spPr>
        <p:txBody>
          <a:bodyPr wrap="square">
            <a:spAutoFit/>
          </a:bodyPr>
          <a:lstStyle/>
          <a:p>
            <a:pPr algn="ctr" fontAlgn="t">
              <a:lnSpc>
                <a:spcPct val="100000"/>
              </a:lnSpc>
              <a:buNone/>
            </a:pPr>
            <a:r>
              <a:rPr lang="en-IN" sz="3600" b="1" i="0" dirty="0">
                <a:effectLst/>
                <a:latin typeface="Arial" panose="020B0604020202020204" pitchFamily="34" charset="0"/>
                <a:cs typeface="Arial" panose="020B0604020202020204" pitchFamily="34" charset="0"/>
              </a:rPr>
              <a:t>Live Demo</a:t>
            </a:r>
          </a:p>
        </p:txBody>
      </p:sp>
      <p:sp>
        <p:nvSpPr>
          <p:cNvPr id="7" name="TextBox 6">
            <a:extLst>
              <a:ext uri="{FF2B5EF4-FFF2-40B4-BE49-F238E27FC236}">
                <a16:creationId xmlns:a16="http://schemas.microsoft.com/office/drawing/2014/main" id="{70F93FF0-6E08-2675-A13A-90A0B52B871C}"/>
              </a:ext>
            </a:extLst>
          </p:cNvPr>
          <p:cNvSpPr txBox="1"/>
          <p:nvPr/>
        </p:nvSpPr>
        <p:spPr>
          <a:xfrm>
            <a:off x="3048000" y="1558222"/>
            <a:ext cx="6096000" cy="830997"/>
          </a:xfrm>
          <a:prstGeom prst="rect">
            <a:avLst/>
          </a:prstGeom>
          <a:noFill/>
          <a:ln w="19050">
            <a:solidFill>
              <a:schemeClr val="tx1"/>
            </a:solidFill>
          </a:ln>
        </p:spPr>
        <p:txBody>
          <a:bodyPr wrap="square">
            <a:spAutoFit/>
          </a:bodyPr>
          <a:lstStyle/>
          <a:p>
            <a:pPr algn="ctr" fontAlgn="t">
              <a:lnSpc>
                <a:spcPct val="100000"/>
              </a:lnSpc>
              <a:buNone/>
            </a:pPr>
            <a:r>
              <a:rPr lang="en-IN" sz="4800" dirty="0"/>
              <a:t>Let's Break It 😈</a:t>
            </a:r>
          </a:p>
        </p:txBody>
      </p:sp>
    </p:spTree>
    <p:extLst>
      <p:ext uri="{BB962C8B-B14F-4D97-AF65-F5344CB8AC3E}">
        <p14:creationId xmlns:p14="http://schemas.microsoft.com/office/powerpoint/2010/main" val="1097702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F3AD32-1F89-CDC0-A435-E55CE324069C}"/>
              </a:ext>
            </a:extLst>
          </p:cNvPr>
          <p:cNvSpPr txBox="1"/>
          <p:nvPr/>
        </p:nvSpPr>
        <p:spPr>
          <a:xfrm>
            <a:off x="2699657" y="481049"/>
            <a:ext cx="6096000" cy="400110"/>
          </a:xfrm>
          <a:prstGeom prst="rect">
            <a:avLst/>
          </a:prstGeom>
          <a:noFill/>
        </p:spPr>
        <p:txBody>
          <a:bodyPr wrap="square">
            <a:spAutoFit/>
          </a:bodyPr>
          <a:lstStyle/>
          <a:p>
            <a:pPr algn="ctr" fontAlgn="t">
              <a:lnSpc>
                <a:spcPct val="100000"/>
              </a:lnSpc>
              <a:buNone/>
            </a:pPr>
            <a:r>
              <a:rPr lang="en-IN" sz="2000" b="1" i="0">
                <a:effectLst/>
                <a:latin typeface="+mn-lt"/>
              </a:rPr>
              <a:t>Business Value</a:t>
            </a:r>
            <a:endParaRPr lang="en-IN" sz="2000" b="1" i="0">
              <a:effectLst/>
              <a:latin typeface="Segoe UI" panose="020B0502040204020203" pitchFamily="34" charset="0"/>
            </a:endParaRPr>
          </a:p>
        </p:txBody>
      </p:sp>
      <p:sp>
        <p:nvSpPr>
          <p:cNvPr id="5" name="TextBox 4">
            <a:extLst>
              <a:ext uri="{FF2B5EF4-FFF2-40B4-BE49-F238E27FC236}">
                <a16:creationId xmlns:a16="http://schemas.microsoft.com/office/drawing/2014/main" id="{CF29C7BA-3935-269B-EED8-3F7B8F456EEC}"/>
              </a:ext>
            </a:extLst>
          </p:cNvPr>
          <p:cNvSpPr txBox="1"/>
          <p:nvPr/>
        </p:nvSpPr>
        <p:spPr>
          <a:xfrm>
            <a:off x="1796143" y="1030081"/>
            <a:ext cx="6096000" cy="2031325"/>
          </a:xfrm>
          <a:prstGeom prst="rect">
            <a:avLst/>
          </a:prstGeom>
          <a:noFill/>
          <a:ln w="19050">
            <a:solidFill>
              <a:schemeClr val="tx1"/>
            </a:solidFill>
          </a:ln>
        </p:spPr>
        <p:txBody>
          <a:bodyPr wrap="square">
            <a:spAutoFit/>
          </a:bodyPr>
          <a:lstStyle/>
          <a:p>
            <a:pPr fontAlgn="t">
              <a:lnSpc>
                <a:spcPct val="100000"/>
              </a:lnSpc>
              <a:buNone/>
            </a:pPr>
            <a:r>
              <a:rPr lang="en-IN" sz="1800" b="1" i="0" dirty="0">
                <a:effectLst/>
                <a:latin typeface="+mn-lt"/>
              </a:rPr>
              <a:t>Traditional</a:t>
            </a:r>
            <a:endParaRPr lang="en-IN" sz="1800" b="0" i="0" dirty="0">
              <a:effectLst/>
              <a:latin typeface="+mn-lt"/>
            </a:endParaRPr>
          </a:p>
          <a:p>
            <a:pPr fontAlgn="t">
              <a:lnSpc>
                <a:spcPct val="100000"/>
              </a:lnSpc>
              <a:buNone/>
            </a:pPr>
            <a:r>
              <a:rPr lang="en-IN" sz="1800" b="0" i="0" dirty="0">
                <a:effectLst/>
                <a:latin typeface="+mn-lt"/>
              </a:rPr>
              <a:t>Alert → Investigation → Recovery → Validation</a:t>
            </a:r>
          </a:p>
          <a:p>
            <a:pPr fontAlgn="t">
              <a:lnSpc>
                <a:spcPct val="100000"/>
              </a:lnSpc>
              <a:buNone/>
            </a:pPr>
            <a:endParaRPr lang="en-IN" sz="1800" b="0" i="0" dirty="0">
              <a:effectLst/>
              <a:latin typeface="+mn-lt"/>
            </a:endParaRPr>
          </a:p>
          <a:p>
            <a:pPr fontAlgn="t">
              <a:lnSpc>
                <a:spcPct val="100000"/>
              </a:lnSpc>
              <a:buNone/>
            </a:pPr>
            <a:r>
              <a:rPr lang="en-IN" sz="1800" b="0" i="0" dirty="0">
                <a:effectLst/>
                <a:latin typeface="+mn-lt"/>
              </a:rPr>
              <a:t>Vs</a:t>
            </a:r>
          </a:p>
          <a:p>
            <a:pPr fontAlgn="t">
              <a:lnSpc>
                <a:spcPct val="100000"/>
              </a:lnSpc>
              <a:buNone/>
            </a:pPr>
            <a:endParaRPr lang="en-IN" sz="1800" b="0" i="0" dirty="0">
              <a:effectLst/>
              <a:latin typeface="+mn-lt"/>
            </a:endParaRPr>
          </a:p>
          <a:p>
            <a:pPr fontAlgn="t">
              <a:lnSpc>
                <a:spcPct val="100000"/>
              </a:lnSpc>
              <a:buNone/>
            </a:pPr>
            <a:r>
              <a:rPr lang="en-IN" sz="1800" b="1" i="0" dirty="0">
                <a:effectLst/>
                <a:latin typeface="+mn-lt"/>
              </a:rPr>
              <a:t>Automated</a:t>
            </a:r>
            <a:endParaRPr lang="en-IN" sz="1800" b="0" i="0" dirty="0">
              <a:effectLst/>
              <a:latin typeface="+mn-lt"/>
            </a:endParaRPr>
          </a:p>
          <a:p>
            <a:pPr fontAlgn="t">
              <a:lnSpc>
                <a:spcPct val="100000"/>
              </a:lnSpc>
              <a:buNone/>
            </a:pPr>
            <a:r>
              <a:rPr lang="en-IN" sz="1800" b="0" i="0" dirty="0">
                <a:effectLst/>
                <a:latin typeface="+mn-lt"/>
              </a:rPr>
              <a:t>Detection → Recovery → Validation → Notification</a:t>
            </a:r>
            <a:endParaRPr lang="en-IN" sz="1800" b="0" i="0" dirty="0">
              <a:effectLst/>
              <a:latin typeface="Segoe UI" panose="020B0502040204020203" pitchFamily="34" charset="0"/>
            </a:endParaRPr>
          </a:p>
        </p:txBody>
      </p:sp>
      <p:sp>
        <p:nvSpPr>
          <p:cNvPr id="7" name="TextBox 6">
            <a:extLst>
              <a:ext uri="{FF2B5EF4-FFF2-40B4-BE49-F238E27FC236}">
                <a16:creationId xmlns:a16="http://schemas.microsoft.com/office/drawing/2014/main" id="{72067343-67B5-66D5-1D09-5DC01F526FCA}"/>
              </a:ext>
            </a:extLst>
          </p:cNvPr>
          <p:cNvSpPr txBox="1"/>
          <p:nvPr/>
        </p:nvSpPr>
        <p:spPr>
          <a:xfrm>
            <a:off x="1796143" y="3981646"/>
            <a:ext cx="6096000" cy="1477328"/>
          </a:xfrm>
          <a:prstGeom prst="rect">
            <a:avLst/>
          </a:prstGeom>
          <a:noFill/>
          <a:ln w="19050">
            <a:solidFill>
              <a:schemeClr val="tx1"/>
            </a:solidFill>
          </a:ln>
        </p:spPr>
        <p:txBody>
          <a:bodyPr wrap="square">
            <a:spAutoFit/>
          </a:bodyPr>
          <a:lstStyle/>
          <a:p>
            <a:pPr fontAlgn="t">
              <a:lnSpc>
                <a:spcPct val="100000"/>
              </a:lnSpc>
              <a:buNone/>
            </a:pPr>
            <a:r>
              <a:rPr lang="en-IN" sz="1800" b="0" i="0" dirty="0">
                <a:effectLst/>
                <a:latin typeface="Arial" panose="020B0604020202020204" pitchFamily="34" charset="0"/>
                <a:cs typeface="Arial" panose="020B0604020202020204" pitchFamily="34" charset="0"/>
              </a:rPr>
              <a:t>✅ Reduced MTTR</a:t>
            </a:r>
          </a:p>
          <a:p>
            <a:pPr fontAlgn="t">
              <a:lnSpc>
                <a:spcPct val="100000"/>
              </a:lnSpc>
              <a:buNone/>
            </a:pPr>
            <a:r>
              <a:rPr lang="en-IN" sz="1800" b="0" i="0" dirty="0">
                <a:effectLst/>
                <a:latin typeface="Arial" panose="020B0604020202020204" pitchFamily="34" charset="0"/>
                <a:cs typeface="Arial" panose="020B0604020202020204" pitchFamily="34" charset="0"/>
              </a:rPr>
              <a:t>✅ Faster Recovery</a:t>
            </a:r>
          </a:p>
          <a:p>
            <a:pPr fontAlgn="t"/>
            <a:r>
              <a:rPr lang="en-IN" dirty="0">
                <a:latin typeface="Arial" panose="020B0604020202020204" pitchFamily="34" charset="0"/>
                <a:cs typeface="Arial" panose="020B0604020202020204" pitchFamily="34" charset="0"/>
              </a:rPr>
              <a:t>✅ Improved Operational Efficiency</a:t>
            </a:r>
            <a:endParaRPr lang="en-IN" sz="1800" b="0" i="0" dirty="0">
              <a:effectLst/>
              <a:latin typeface="Arial" panose="020B0604020202020204" pitchFamily="34" charset="0"/>
              <a:cs typeface="Arial" panose="020B0604020202020204" pitchFamily="34" charset="0"/>
            </a:endParaRPr>
          </a:p>
          <a:p>
            <a:pPr fontAlgn="t">
              <a:lnSpc>
                <a:spcPct val="100000"/>
              </a:lnSpc>
              <a:buNone/>
            </a:pPr>
            <a:r>
              <a:rPr lang="en-IN" sz="1800" b="0" i="0" dirty="0">
                <a:effectLst/>
                <a:latin typeface="Arial" panose="020B0604020202020204" pitchFamily="34" charset="0"/>
                <a:cs typeface="Arial" panose="020B0604020202020204" pitchFamily="34" charset="0"/>
              </a:rPr>
              <a:t>✅ Consistent Operations</a:t>
            </a:r>
          </a:p>
          <a:p>
            <a:pPr fontAlgn="t">
              <a:lnSpc>
                <a:spcPct val="100000"/>
              </a:lnSpc>
              <a:buNone/>
            </a:pPr>
            <a:r>
              <a:rPr lang="en-IN" sz="1800" b="0" i="0" dirty="0">
                <a:effectLst/>
                <a:latin typeface="Arial" panose="020B0604020202020204" pitchFamily="34" charset="0"/>
                <a:cs typeface="Arial" panose="020B0604020202020204" pitchFamily="34" charset="0"/>
              </a:rPr>
              <a:t>✅ No Human Intervention</a:t>
            </a:r>
          </a:p>
        </p:txBody>
      </p:sp>
      <p:pic>
        <p:nvPicPr>
          <p:cNvPr id="9" name="Picture 8">
            <a:extLst>
              <a:ext uri="{FF2B5EF4-FFF2-40B4-BE49-F238E27FC236}">
                <a16:creationId xmlns:a16="http://schemas.microsoft.com/office/drawing/2014/main" id="{9309C0CA-B8D7-1D19-9518-227F12B007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9542" y="0"/>
            <a:ext cx="1202458" cy="826104"/>
          </a:xfrm>
          <a:prstGeom prst="rect">
            <a:avLst/>
          </a:prstGeom>
        </p:spPr>
      </p:pic>
    </p:spTree>
    <p:extLst>
      <p:ext uri="{BB962C8B-B14F-4D97-AF65-F5344CB8AC3E}">
        <p14:creationId xmlns:p14="http://schemas.microsoft.com/office/powerpoint/2010/main" val="860876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70</TotalTime>
  <Words>436</Words>
  <Application>Microsoft Office PowerPoint</Application>
  <PresentationFormat>Widescreen</PresentationFormat>
  <Paragraphs>131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 Soumyendu</dc:creator>
  <cp:lastModifiedBy>Pal, Soumyendu</cp:lastModifiedBy>
  <cp:revision>1</cp:revision>
  <dcterms:created xsi:type="dcterms:W3CDTF">2026-10-08T12:01:24Z</dcterms:created>
  <dcterms:modified xsi:type="dcterms:W3CDTF">2026-10-11T11:32:27Z</dcterms:modified>
</cp:coreProperties>
</file>